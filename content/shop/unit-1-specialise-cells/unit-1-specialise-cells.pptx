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  <a:latin typeface="Calibri"/>
              </a:rPr>
              <a:t>JD SCIENCE  · 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Unit 1 specialise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CFBF1"/>
                </a:solidFill>
                <a:latin typeface="Calibri"/>
              </a:rPr>
              <a:t>Specialised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How cell structure is adapted to function — palisade mesophyll cells, root hair cells, sperm cells, egg cells, red blood cells and neutrophils. Full diagrams included.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88"/>
                </a:solidFill>
                <a:latin typeface="Calibri"/>
              </a:rPr>
              <a:t>jdscience.co.uk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Eukaryotic cell ultrastructure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08760"/>
            <a:ext cx="9235440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59893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Transmission electron micrograph of a eukaryotic cell. Scale bar: 2 μm. Note the nucleus, mitochondria with cristae, and endomembrane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Recap</a:t>
            </a:r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463040"/>
            <a:ext cx="7772400" cy="4937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59893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Labels on the micrograph: N = nucleus  ·  M = mitochondria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Recap</a:t>
            </a:r>
          </a:p>
        </p:txBody>
      </p:sp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463040"/>
            <a:ext cx="7498079" cy="4937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59893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Rod-shaped bacteria (prokaryotes). The central cell is undergoing binary fission. No membrane-bound organelles are present.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Starter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4D40"/>
                </a:solidFill>
                <a:latin typeface="Calibri"/>
              </a:rPr>
              <a:t>What is a specialised cell?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37360"/>
            <a:ext cx="113385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D40"/>
                </a:solidFill>
                <a:latin typeface="Calibri"/>
              </a:rPr>
              <a:t>What is a specialised cell?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840480"/>
            <a:ext cx="113385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D40"/>
                </a:solidFill>
                <a:latin typeface="Calibri"/>
              </a:rPr>
              <a:t>Do you have any examples?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Plant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Plant cell — labelled diagram</a:t>
            </a:r>
          </a:p>
        </p:txBody>
      </p:sp>
      <p:pic>
        <p:nvPicPr>
          <p:cNvPr id="10" name="Picture 9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417320"/>
            <a:ext cx="77724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Palisade mesophyll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Palisade Mesophyll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Palisade mesophyll cells found in leaves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They are rectangular box-shaped cells that contain chloroplasts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 chloroplasts can absorb a large amount of light for photosynthesis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Palisade mesophyll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Palisade Mesophyll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They also move around in the cytoplasm to maximise amount of light absorbed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 cells are closely packed to form a continuous layer in the leaf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Palisade cells are surrounded by a plasma membrane and a cell wall made of cellulose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This protects the cell and keeps it rigid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Palisade mesophyll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Palisade Mesophyll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They also have a large vacuole to maintain turgor pressure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This means the plasma membrane pushes against the cell wall of the plant to maintain its rigid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Root hair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Root hair cell — labelled diagram</a:t>
            </a:r>
          </a:p>
        </p:txBody>
      </p:sp>
      <p:pic>
        <p:nvPicPr>
          <p:cNvPr id="10" name="Picture 9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17320"/>
            <a:ext cx="97840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Root hair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Root hair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These are found at the plants roots, near the growing tip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They have long hair-like extensions called root hairs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 root hairs increase the surface area of the cell to maximise the movement of the water and minerals from the soil into the plant root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Root hair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Root hair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 cells have thin cellulose walls and a vacuole containing cell sap with a low water potential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This encourages movement of water into the cell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Sperm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Sperm cell — labelled diagram</a:t>
            </a:r>
          </a:p>
        </p:txBody>
      </p:sp>
      <p:pic>
        <p:nvPicPr>
          <p:cNvPr id="10" name="Picture 9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417320"/>
            <a:ext cx="100584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Sperm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Sperm cell — key structures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6576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40"/>
                </a:solidFill>
                <a:latin typeface="Calibri"/>
              </a:rPr>
              <a:t>Undulipodium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Tail-like structure used for movement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691640"/>
            <a:ext cx="36576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40"/>
                </a:solidFill>
                <a:latin typeface="Calibri"/>
              </a:rPr>
              <a:t>Plasma membrane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Outer boundary of the cell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6576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40"/>
                </a:solidFill>
                <a:latin typeface="Calibri"/>
              </a:rPr>
              <a:t>Acrosome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688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Cap containing digestive enzymes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40480"/>
            <a:ext cx="36576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40"/>
                </a:solidFill>
                <a:latin typeface="Calibri"/>
              </a:rPr>
              <a:t>Nucleus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177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Contains the haploid genetic information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840480"/>
            <a:ext cx="36576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D40"/>
                </a:solidFill>
                <a:latin typeface="Calibri"/>
              </a:rPr>
              <a:t>Mitochondria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6177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Supply the energy needed for movement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Sperm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Sperm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These are male gametes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They have a tail like structure called a undulipodium so they can move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They also contain many mitochondria to supply the energy needed for this movement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Sperm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Sperm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It is made up of an acrosome which contains digestive enzymes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These enzymes are released when the sperm meets the egg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This digests the protective layer and allows the sperm to penetrate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Sperm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Sperm Cell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28800"/>
            <a:ext cx="11338560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4D40"/>
                </a:solidFill>
                <a:latin typeface="Calibri"/>
              </a:rPr>
              <a:t>The sperms function is to deliver genetic information to the egg cell or ovum (male gamete).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Egg cell and sperm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18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Egg and sperm — comparison diagrams</a:t>
            </a:r>
          </a:p>
        </p:txBody>
      </p:sp>
      <p:pic>
        <p:nvPicPr>
          <p:cNvPr id="10" name="Picture 9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17320"/>
            <a:ext cx="96926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Egg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19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Egg cell — key structures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6576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D40"/>
                </a:solidFill>
                <a:latin typeface="Calibri"/>
              </a:rPr>
              <a:t>Corona radiata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Two or three outer layers attached to the zona pellucida. Supplies proteins needed to the fertilised egg.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691640"/>
            <a:ext cx="36576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D40"/>
                </a:solidFill>
                <a:latin typeface="Calibri"/>
              </a:rPr>
              <a:t>Zona pellucida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317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The outer protective layer/membrane of the egg.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6576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D40"/>
                </a:solidFill>
                <a:latin typeface="Calibri"/>
              </a:rPr>
              <a:t>Nucleus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Contains the haploid genetic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40480"/>
            <a:ext cx="36576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D40"/>
                </a:solidFill>
                <a:latin typeface="Calibri"/>
              </a:rPr>
              <a:t>Cytoplasm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Contains nutrients and organelles needed after fertilisation.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840480"/>
            <a:ext cx="3657600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D40"/>
                </a:solidFill>
                <a:latin typeface="Calibri"/>
              </a:rPr>
              <a:t>Cell membrane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Plasma membrane immediately around the cytoplasm.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Egg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20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Egg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Egg cells or ova are the female gametes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AN egg cell is one of the largest cells in the human body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It is 0.12mm in diameter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Egg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21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Egg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It has a nucleus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A zona pellucida which is the outer protective layer/membrane of the egg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Attached to this is the corona radiata which consists of two or three layers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This functions to supply proteins needed to the fertilised egg.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Red blood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22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Red blood cell</a:t>
            </a:r>
          </a:p>
        </p:txBody>
      </p:sp>
      <p:pic>
        <p:nvPicPr>
          <p:cNvPr id="10" name="Picture 9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417320"/>
            <a:ext cx="7223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Red blood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23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Red blood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Red blood cells or erythrocytes are a biconcave disc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This increases the surface area o volume ratio of an erythrocyte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They are flexible so they can squeeze through narrow capillaries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Red blood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24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Red blood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Their function is to transport oxygen around the body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They do not have a nucleus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This is to increase space for haemoglobin molecules to attach oxygen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White blood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25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Neutrophil — labelled diagram</a:t>
            </a:r>
          </a:p>
        </p:txBody>
      </p:sp>
      <p:pic>
        <p:nvPicPr>
          <p:cNvPr id="10" name="Picture 9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417320"/>
            <a:ext cx="9326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White blood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26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White blood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Neutrophils are types of white eblood cells that play an important part in the immune system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They have multi lobed nuclei, enabling them to squeeze through small gaps when travelling to the site of an infection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White blood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27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White blood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5156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0F172A"/>
                </a:solidFill>
                <a:latin typeface="Calibri"/>
              </a:rPr>
              <a:t>•  The cytoplasm holds lysosomes that contain enzymes that are used to digest pathogens that are ingested by the neutrophil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Plenary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28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4D40"/>
                </a:solidFill>
                <a:latin typeface="Calibri"/>
              </a:rPr>
              <a:t>Who am 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83080"/>
            <a:ext cx="1133856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4D40"/>
                </a:solidFill>
                <a:latin typeface="Calibri"/>
              </a:rPr>
              <a:t>Describe the key features of different specialised cells – students guess the cell type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JD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46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CCFBF1"/>
                </a:solidFill>
                <a:latin typeface="Calibri"/>
              </a:rPr>
              <a:t>Homework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jdscience.co.uk  ·  Specialised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565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29 /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4D40"/>
                </a:solidFill>
                <a:latin typeface="Calibri"/>
              </a:rPr>
              <a:t>Homework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83080"/>
            <a:ext cx="1133856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4D40"/>
                </a:solidFill>
                <a:latin typeface="Calibri"/>
              </a:rPr>
              <a:t>Revise for exam next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Calibri"/>
              </a:rPr>
              <a:t>Review every specialised cell in this pack: palisade mesophyll, root hair, sperm, egg, red blood cell and neutrophil. Learn structure, adaptations and function.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specialise cells</dc:title>
  <dc:subject>Specialised Cells</dc:subject>
  <dc:creator>JD Science</dc:creator>
  <cp:keywords>specialised cells, biology, T Level, JDScience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