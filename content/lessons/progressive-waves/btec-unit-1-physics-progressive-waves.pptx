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796B"/>
                </a:solidFill>
                <a:latin typeface="Calibri"/>
              </a:rPr>
              <a:t>BTEC Level 3  ·  Applied Science  ·  Unit 1  · 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8046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 a:ea="Calibri">
                <a:solidFill>
                  <a:srgbClr val="004D40"/>
                </a:solidFill>
                <a:latin typeface="Calibri"/>
              </a:rPr>
              <a:t>BTEC Unit 1 Physics: Progressive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7863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475569"/>
                </a:solidFill>
                <a:latin typeface="Calibri"/>
              </a:rPr>
              <a:t>Displacement, amplitude, wavelength, frequency and the wave equation.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7863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wave-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554480"/>
            <a:ext cx="292608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17904"/>
            <a:ext cx="384048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3619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Describe a progressive wave as a transfer of energy without a net transfer of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295144"/>
            <a:ext cx="384048" cy="384048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3172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1343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Define amplitude, wavelength, frequency, period and wave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2608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384048" cy="38404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067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Use v = fλ and T = 1/f with correct SI units.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849624"/>
            <a:ext cx="384048" cy="384048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8620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6791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Distinguish measured displacement from amplitude.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626864"/>
            <a:ext cx="384048" cy="38404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66344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4515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Interpret a displacement–distance snapshot of a wave.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What does a wave transfer from one place to another?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Give one example of a wave that needs a medium and one that does not.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If 20 crests pass a point in 5.0 s, what is the frequency?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What are the SI units of frequency and of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Energy (and information).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Needs a medium: sound or water waves. Does not: electromagnetic waves / light.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f = 20 / 5.0 = 4.0 Hz.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Frequency: hertz (Hz). Wavelength: metre (m).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FFFFFF"/>
                </a:solidFill>
                <a:latin typeface="Calibri"/>
              </a:rPr>
              <a:t>What a progressive wave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 a:ea="Calibri">
                <a:solidFill>
                  <a:srgbClr val="CCFBF1"/>
                </a:solidFill>
                <a:latin typeface="Calibri"/>
              </a:rPr>
              <a:t>Energy on the 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A working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progressive wave transfers energy from the source through oscillations of particles or fields.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The oscillations are about an equilibrium position; the particles do not travel with the wave in a transverse water wave.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snapshot graph shows displacement against distance at one instant.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trace at one position shows displacement against time.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Both graphs are needed to extract λ, A, T and 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Reading a wave snapshot</a:t>
            </a:r>
          </a:p>
        </p:txBody>
      </p:sp>
      <p:pic>
        <p:nvPicPr>
          <p:cNvPr id="4" name="Picture 3" descr="wave-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60350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430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Amplitude, A, is the maximum displacement from equilibrium.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Wavelength, λ, is the shortest distance between two points in phase.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Neighbouring crests (or neighbouring troughs) are one wavelength apart.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The equilibrium line is not the same as a trough.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715000"/>
            <a:ext cx="6035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475569"/>
                </a:solidFill>
                <a:latin typeface="Calibri"/>
              </a:rPr>
              <a:t>Original displacement–distance sketch.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Wave quantities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56692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20700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20700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SI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20700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7393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Displacement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7393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 or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77393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7393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Distance from equilibrium at that instant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31136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40864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Amplitude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40864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40864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340864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Maximum displacement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98064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07792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Wavelength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07792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907792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907792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Shortest distance between points in phase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64992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474720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474720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474720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Oscillations per second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31920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4164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04164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04164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04164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Time for one complete oscillation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98848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0857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Wave speed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60857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60857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 s−1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60857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Distance the wave profile travels per second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Frequency and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 = 1 / f and f = 1 / 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If T = 0.020 s, f = 50 Hz.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If f = 2.5 kHz, convert to 2500 Hz first, then T = 4.0 × 10−4 s.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Frequency is set by the source, not by the medium.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When a wave changes medium, frequency stays the same; speed and wavelength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FFFFFF"/>
                </a:solidFill>
                <a:latin typeface="Calibri"/>
              </a:rPr>
              <a:t>The wave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 a:ea="Calibri">
                <a:solidFill>
                  <a:srgbClr val="CCFBF1"/>
                </a:solidFill>
                <a:latin typeface="Calibri"/>
              </a:rPr>
              <a:t>v = fλ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Why the equation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In one second the source produces f oscillations.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Each oscillation occupies a length λ.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So the wave profile advances f × λ metres in one second.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That distance per second is the wave speed v.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Rearrangements: f = v / λ and λ = v / 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Worked example 1 — 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tuning fork of frequency 512 Hz produces sound of wavelength 0.65 m in air.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v = fλ = 512 × 0.65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v = 333 m s−1 (3 s.f.).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This is a sensible speed of sound in air.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If the same frequency entered water, v would increase and λ would increase.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Worked example 2 — radio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radio station broadcasts at 100 MHz. Take c = 3.00 × 108 m s−1.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f = 1.00 × 108 Hz.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λ = v / f = 3.00 × 108 / 1.00 × 108 = 3.00 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Write the standard form and the unit every time.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Electromagnetic waves in air travel at approximately the speed of light in vacuum.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Wave-equation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Water waves have f = 2.5 Hz and λ = 1.2 m. Find v.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 microwave oven uses f = 2.45 GHz. Taking c = 3.00 × 108 m s−1, find λ.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 wave travels 90 m in 0.30 s. If λ = 1.5 m, find 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Calculation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v = 2.5 × 1.2 = 3.0 m s−1.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f = 2.45 × 109 Hz. λ = 3.00×108 / 2.45×109 = 0.122 m (12.2 cm).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v = 90 / 0.30 = 300 m s−1. f = v / λ = 300 / 1.5 = 200 Hz.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834640" cy="32918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834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Graph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13232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From a displacement–distance graph: measure A and λ (use the scale).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From a displacement–time graph of the same wave: measure T and calculate f.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Combine f and λ to find v.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State which quantity you must not read as amplitude (a random displacement).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32120" cy="118872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91440" cy="1188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Amplitude is the crest-to-trough height.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532120" cy="1188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51560"/>
            <a:ext cx="91440" cy="1188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6128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3560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That distance is 2A. Amplitude is measured from the equilibrium 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5532120" cy="118872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91440" cy="1188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8716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6148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Wave speed is how fast a particle travels along the wave.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377440"/>
            <a:ext cx="5532120" cy="1188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377440"/>
            <a:ext cx="91440" cy="1188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8716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6148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v is the speed of the wave profile / energy transfer.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5532120" cy="118872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91440" cy="1188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130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8736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Frequency changes when a wave enters glass.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03320"/>
            <a:ext cx="5532120" cy="1188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703320"/>
            <a:ext cx="91440" cy="1188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130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8736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Frequency is fixed by the source.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Key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56692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Meaning you should be able to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Progressive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73936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Wave that transfers energy from a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31136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40864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Amplitude,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340864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Maximum displacement from equilibrium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98064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Wavelength, 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907792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Shortest distance between points in 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2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Frequency,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74720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Number of oscillations per second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Wave speed,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04164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Speed of the wave profile; v = fλ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Teacher explanation — two graphs of the same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Displacement–distance: freeze time, read A and λ.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Displacement–time: sit at one place, read A and T, then f = 1/T.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You cannot read λ from a time graph or T from a distance graph.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Both graphs can look like sine waves — label the axis before measuring.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Phase: points 1.0 λ apart on the distance graph are in phase.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Standard form and prefixes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Radio and microwave questions use MHz and GHz: 1 MHz = 106 Hz, 1 GHz = 109 Hz.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Light questions may use nm: 1 nm = 10−9 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Always convert to Hz and m before using v = fλ.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Worked check: 600 nm light. f = 3.00×108 / 6.00×10−7 = 5.00×1014 Hz.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Write the powers of ten on a separate line to avoid calculator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Worked example — changing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Water waves approach a shallower region. Frequency is 2.0 Hz in both regions.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Deep-water speed 0.80 m s−1, so λ_deep = v/f = 0.40 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Shallow-water speed 0.50 m s−1, so λ_shallow = 0.25 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The waves crowd together — wavelength shortens when speed falls.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This is the same logic as light slowing in glass.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Units and sense-check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 student calculates the speed of sound as 3.0 × 108 m s−1. What went wrong conceptually?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Another student reads crest-to-trough as amplitude. How should they correct it?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Convert 25 cm and 4.0 kHz into SI units, then find 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Sense-check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That is the speed of light / EM waves, not sound in air.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Amplitude is half of crest-to-trough / measured from equilibrium.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λ = 0.25 m, f = 4000 Hz, v = 1000 m s−1.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23  / 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How to answer a 4-mark structure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040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Write the equation, substitute with units, then calculate.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Give the unit of v as m s−1 (or m/s), not just 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If a graph scale is 1 square = 0.02 s, show that conversion.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931920" cy="48463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097280"/>
            <a:ext cx="91440" cy="4846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2801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4D40"/>
                </a:solidFill>
                <a:latin typeface="Calibri"/>
              </a:rPr>
              <a:t>Mark-winning habit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783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Name the particles.</a:t>
            </a:r>
          </a:p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Name the forces.</a:t>
            </a:r>
          </a:p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Link force to the property.</a:t>
            </a:r>
          </a:p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Avoid 'it' without a noun.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24  / 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Define amplitude and wavelength. (2)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 loudspeaker produces a note of frequency 680 Hz. The speed of sound is 340 m s−1. Calculate the wavelength. (2)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Explain why particles of air do not travel from a singer to a listener even though a sound wave does.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25  / 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Amplitude: maximum displacement from equilibrium. Wavelength: shortest distance between two points oscillating in phase / crest to adjacent crest.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λ = v / f = 340 / 680 = 0.50 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Air particles oscillate about fixed average positions. Energy is passed from particle to particle. There is no net movement of air from singer to listener.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26  / 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Write v = fλ and annotate each symbol with a unit.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Sketch one wavelength and mark A and λ.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State what stays the same when a wave crosses into a new medium.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27  / 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Complete the progressive-waves worksheet.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Practise 1/f and unit conversions (kHz, MHz, GHz, nm, mm).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Next lesson: transverse and longitudinal behaviour and phase.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Progressive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28  /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Physics: Progressive Waves</dc:title>
  <dc:subject>BTEC Unit 1 Physics</dc:subject>
  <dc:creator>JDScience</dc:creator>
  <cp:keywords>BTEC Unit 1 Physics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