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Physics: Progressive 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Displacement, amplitude, wavelength, frequency, period, phase and v = fλ with standard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wave-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a progressive wave as a transfer of energy without a net transfer of matter.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Define amplitude, wavelength, frequency, period and wave speed with SI units.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v = fλ and T = 1/f, including standard-form conversions.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Read A and λ from a displacement–distance snapshot and T from a time trace.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what stays the same, and what changes, when a wave enters a new medium.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move stuff along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Energy transfers; particles oscillate about equilibrium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Amplitude is crest to trough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 is measured from the equilibrium line; crest-to-trough is 2A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 = fλ as a slogan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Derive it: f oscillations each of length λ in one second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 changes in glass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 is fixed by the source; v and λ change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a wave transfer from one place to another?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Give one wave that needs a medium and one that does not.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20 crests pass a point in 5.0 s, what is the frequency?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are the SI units of frequency and of wavelength?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Energy (and information).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Needs a medium: sound or water. Does not: electromagnetic waves / light.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 = 20 / 5.0 = 4.0 Hz.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Frequency: hertz (Hz). Wavelength: metre (m).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What a progressive wave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Energy on the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snapshot with A and λ labelled from the equilibrium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progressive wave transfers energy; particles oscillate about equilibrium.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Crest-to-trough is 2A. Frequency is set by the source, not the medium.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working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progressive wave transfers energy from a source through oscillations of particles or fields.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Particles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Oscillations are about an equilibrium position — no net transfer of matter.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Snapshot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Displacement against distance at one instant gives A and 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Displacement against time at one place gives A and T, then f = 1/T.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Reading a wave snapshot</a:t>
            </a:r>
          </a:p>
        </p:txBody>
      </p:sp>
      <p:pic>
        <p:nvPicPr>
          <p:cNvPr id="4" name="Picture 3" descr="wave-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Amplitude A is the maximum displacement from equilibrium.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Wavelength λ is the shortest distance between two points in 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Neighbouring crests (or troughs) are one wavelength apart.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equilibrium line is not a trough.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Crest-to-trough height is 2A.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Original displacement–distance sketch.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Wave quantities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Quantity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SI 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 or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Distance from equilibrium at that instant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Amplitude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Maximum displacement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Shortest distance between points in 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Oscillations per second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213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69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Time for one complete oscillation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 speed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213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-1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569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Distance the wave profile travels per second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Write the unit of v as m s</a:t>
            </a:r>
            <a:r>
              <a:rPr sz="1300" b="0" i="0" a:ea="Calibri" baseline="30000">
                <a:solidFill>
                  <a:srgbClr val="475569"/>
                </a:solidFill>
                <a:latin typeface="Calibri"/>
              </a:rPr>
              <a:t>−1</a:t>
            </a:r>
            <a:r>
              <a:rPr sz="1300" b="0" i="0" a:ea="Calibri">
                <a:solidFill>
                  <a:srgbClr val="475569"/>
                </a:solidFill>
                <a:latin typeface="Calibri"/>
              </a:rPr>
              <a:t>, not just 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Frequency and period</a:t>
            </a:r>
          </a:p>
        </p:txBody>
      </p:sp>
      <p:pic>
        <p:nvPicPr>
          <p:cNvPr id="4" name="Picture 3" descr="period-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 = 1 / f and f = 1 / 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T = 0.020 s, f = 50 Hz.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f = 2.5 kHz, convert to 2500 Hz first: T = 4.0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is set by the source, not by the medium.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 on a snapshot</a:t>
            </a:r>
          </a:p>
        </p:txBody>
      </p:sp>
      <p:pic>
        <p:nvPicPr>
          <p:cNvPr id="4" name="Picture 3" descr="phase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a whole number of wavelengths apart are in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0.5 λ apart are in antiphase.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cannot read λ from a time graph or T from a distance graph.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Both graphs can look like sine waves — label the axis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wave equation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v = fλ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v = fλ and T = 1/f, with units m s</a:t>
            </a:r>
            <a:r>
              <a:rPr sz="1600" b="0" i="0" a:ea="Calibri" baseline="30000">
                <a:solidFill>
                  <a:srgbClr val="FFFFFF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FFFFFF"/>
                </a:solidFill>
                <a:latin typeface="Calibri"/>
              </a:rPr>
              <a:t>, Hz and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In one second the source makes f oscillations, each of length λ, so v = fλ.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Convert MHz, nm and standard form before substituting.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the equation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In 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source produces f oscillations.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Each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Occupies a length 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profile advances f × λ metres in one second.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That is 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 = fλ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Rearrange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 = v / λ     λ = v / 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Sound — tuning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tuning fork of frequency 512 Hz produces sound of wavelength 0.65 m in air. Calculate 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fλ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512 Hz × 0.65 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332.8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333    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(3 s.f.)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This is a sensible speed of sound in air. If the same frequency entered water, v and λ would both increase.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Radio wave — standard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radio station broadcasts at 100 MHz. Take c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Calculate 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v /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 = 100 MHz = 1.00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Hz     v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(3.00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) / (1.00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) = 3.00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3.00 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Write the powers of ten on a separate line. Electromagnetic waves in air travel at approximately 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Standard form you must convert</a:t>
            </a:r>
          </a:p>
        </p:txBody>
      </p:sp>
      <p:pic>
        <p:nvPicPr>
          <p:cNvPr id="4" name="Picture 3" descr="standar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MHz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  1 GHz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nm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−9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convert to Hz and m before using v = fλ.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Worked check: 600 nm light. f = (3.00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) / (6.00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−7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) = 5.00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Changing medium — wavefronts</a:t>
            </a:r>
          </a:p>
        </p:txBody>
      </p:sp>
      <p:pic>
        <p:nvPicPr>
          <p:cNvPr id="4" name="Picture 3" descr="wavefront-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stays the same at the boundary.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speed falls, wavelength shortens — the wavefronts crowd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speed rises, wavelength increases.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This is the same logic as light slowing in glass.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Water waves entering shallows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Frequency is 2.0 Hz in both regions. Deep-water speed 0.80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; shallow-water speed 0.50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Find both wavelengths.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v /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 = 2.0 Hz in both regions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d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eep = 0.80 / 2.0 = 0.40 m     λ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s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hallow = 0.50 / 2.0 = 0.25 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0.40 m and 0.25 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waves crowd together because speed fell while frequency stayed the same.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Calculation scaffold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21031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25 cm wavelength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4.0 kHz frequency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210312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2103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1E3A5F"/>
                </a:solidFill>
                <a:latin typeface="Calibri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 in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Answer + 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Convert first: λ = 0.25 m, f = 4000 Hz.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Wave-equation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Water waves have f = 2.5 Hz and λ = 1.2 m. Find 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microwave oven uses f = 2.45 GHz. Taking c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find 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wave travels 90 m in 0.30 s. If λ = 1.5 m, find 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v = 2.5 × 1.2 = 3.0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 = 2.45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Hz. λ = (3.00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) / (2.45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) = 0.122 m (12.2 cm).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v = 90 / 0.30 = 300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f = 300 / 1.5 = 200 Hz.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Graph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From a displacement–distance graph: measure A and λ (use the scale).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From a displacement–time graph of the same wave: measure T and calculate 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Combine f and λ to find 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which quantity you must not read as amplitude (a random displacement).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Amplitude is the crest-to-trough height.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distance is 2A. Amplitude is measured from the equilibrium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 speed is how fast a particle travels along the wave.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 is the speed of the wave profile / energy transfer.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changes when a wave enters glass.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is fixed by the source.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amplitude and wavelength.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loudspeaker produces a note of frequency 680 Hz. The speed of sound is 340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Calculate the wavelength.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particles of air do not travel from a singer to a listener even though a sound wave does.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Amplitude: maximum displacement from equilibrium. Wavelength: shortest distance between two points oscillating in phase.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λ = v / f = 340 / 680 = 0.50 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Air particles oscillate about fixed average positions. Energy is passed from particle to particle. There is no net movement of air.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v = fλ and annotate each symbol with a unit.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Sketch one wavelength and mark A and 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what stays the same when a wave crosses into a new medium.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Progressive Waves worksheet, including the calculation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1/f and unit conversions (kHz, MHz, GHz, nm, mm).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transverse and longitudinal behaviour, phase and superposition.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Physics: Progressive Waves</dc:title>
  <dc:subject>BTEC Unit 1 Physics</dc:subject>
  <dc:creator>JDScience</dc:creator>
  <cp:keywords>BTEC Unit 1 Physics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