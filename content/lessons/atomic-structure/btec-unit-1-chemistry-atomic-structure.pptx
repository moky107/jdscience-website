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Chemistry: Atomic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Atoms, subatomic particles, atomic number, mass number and isotopes — taught as an original Unit 1 Chemistry lesson.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atom-labe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State the relative charge, relative mass and location of protons, neutrons and electrons.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Use atomic number and mass number to calculate numbers of subatomic particles.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what isotopes are and why they have the same chemical properties.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Calculate a relative atomic mass from isotope abundances.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Describe how ions form when atoms lose or gain electrons.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Where this sits in Unit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Unit 1 assesses Principles and Applications of Science I.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Chemistry paper time is typically about 40 minutes within the 90-minute exam.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Atomic structure underpins bonding, the periodic table and amount-of-substance work.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You will reuse proton number, electron arrangement and ions in later lessons.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Keep units, symbols and definitions precise — examiners reward exact wording.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Teacher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Have a periodic table available.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Show working in every calculation.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Prior-knowledge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the three subatomic particles found in an atom.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particle determines which element an atom is?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What is the difference between an atom and a molecule?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Is the nucleus positively charged, negatively charged, or neutral?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Proton, neutron and electron.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proton number (atomic number).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An atom is a single particle of an element; a molecule contains two or more atoms chemically bonded.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nucleus is positively charged because it contains protons.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The nuclear model of the atom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A small, dense nucleus surrounded by electrons in shells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 labelled atom</a:t>
            </a:r>
          </a:p>
        </p:txBody>
      </p:sp>
      <p:pic>
        <p:nvPicPr>
          <p:cNvPr id="4" name="Picture 3" descr="atom-labe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Almost all of the mass is in the nucleus.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nucleus occupies a tiny fraction of the atom's volume.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Electrons occupy shells (energy levels) around the nucleus.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A neutral atom has equal numbers of protons and electrons.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Original schematic — not to scale.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Why the nuclear model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Chemical behaviour depends on the outer electrons, not the nucleus.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Nuclear changes (radioactivity) are a different type of process from chemical reactions.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Mass number and atomic number let us identify an isotope uniquely.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Ions form when the electron count changes; the nucleus stays the same.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Subatomic particles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Particle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Relative charge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Relative mass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Where found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Proton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Neutron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Very small (≈ 1/1836)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Shells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Protons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number of protons is the atomic number, Z.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Every atom of a given element has the same number of protons.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Change the proton number and you change the element.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Protons give the nucleus its positive charge.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In a neutral atom, electron number equals proton number.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Symbol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Z is always a whole number.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It is shown at the bottom left of a nuclide symbol.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Neutrons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Neutrons are uncharged particles in the nucleus.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add mass without changing the element.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Isotopes of the same element differ in neutron number.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Neutron number = mass number − atomic number.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Too few or too many neutrons can make a nucleus unstable (radioisotopes).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Electrons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Electrons have a relative charge of −1 and a very small mass.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occupy shells; the first shell holds a maximum of 2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second and third shells are treated as holding up to 8 electrons at this level.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Chemical bonding is about rearranging outer-shell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Removing an electron from a gaseous atom requires ionisation energy.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Reading a nuclide symbol</a:t>
            </a:r>
          </a:p>
        </p:txBody>
      </p:sp>
      <p:pic>
        <p:nvPicPr>
          <p:cNvPr id="4" name="Picture 3" descr="sodium-nuc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General form: mass number A over atomic number Z, then the element symbol.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A = protons + neutrons.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Z = protons.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Electrons in a neutral atom = Z.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For an ion, adjust electrons by the charge.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Mass number top left, atomic number bottom left.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example — sodium-23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23Na has A = 23 and Z = 11.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Protons = 11.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Neutrons = 23 − 11 = 12.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Electrons in the neutral atom = 11.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Na+ ion has 10 electrons because one electron has been removed.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WORKED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Calculate p, n and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12C  (neutral atom)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37Cl (neutral atom)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27Al3+ 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16O2−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Particle-count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12C: 6 p, 6 n, 6 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37Cl: 17 p, 20 n, 17 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27Al3+: 13 p, 14 n, 10 e (13 − 3).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16O2−: 8 p, 8 n, 10 e (8 + 2).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Isotopes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Same element, different mass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Defining isotopes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Isotopes are atoms of the same element with the same proton number but different neutron numbers.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They therefore have different mass numbers.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Chemical properties are almost identical because electron arrangement is the same.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Physical properties that depend on mass (density, rate of diffusion) can differ.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Some isotopes are stable; others are radioactive.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Watch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Do not say isotopes have different proton numbers.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That would make them different elements.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Two chlorine isotopes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Chlorine-35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17 protons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18 neutrons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17 electrons (atom)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More abundant in nature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Chlorine-37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17 protons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20 neutrons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17 electrons (atom)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Less abundant in nature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Relative atomic mass, 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Most elements exist as a mixture of isotopes.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Ar is the weighted mean mass of an atom of an element compared with 1/12 of the mass of a 12C atom.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Use percentage abundances from data, not from memory, in an exam.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Ar has no units.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It is the value shown on most periodic tables.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example — chlorine 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sample is 75.0% 35Cl and 25.0% 37Cl.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Ar = (75.0 × 35 + 25.0 × 37) / 100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Ar = (2625 + 925) / 100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Ar = 3550 / 100 = 35.5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matches the familiar periodic-table value.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Relative atomic mass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Boron is 20.0% 10B and 80.0% 11B. Calculate Ar.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copper sample is 69.0% 63Cu and 31.0% 65Cu. Calculate Ar to 1 d.p.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is Ar for chlorine not a whole number?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Ar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Ar(B) = (20×10 + 80×11)/100 = 10.8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Ar(Cu) = (69×63 + 31×65)/100 = 63.6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Chlorine is a mixture of 35Cl and 37Cl, so the weighted mean is not an integer.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Ions from atoms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Changing electrons, not protons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ions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positive ion (cation) forms when an atom loses one or more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negative ion (anion) forms when an atom gains one or more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proton number is unchanged, so it is still the same element.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Metals typically form cations; non-metals typically form anions.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charge equals protons minus electrons.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Build four nuclide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On mini-whiteboards, draw cards for 24Mg, 24Mg2+, 19F and 19F−.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On each card show A, Z, protons, neutrons and electrons.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Swap with a partner and mark one correction if needed.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Be ready to explain how the 2+ and − ions were obtained.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mass number is the number of neutrons.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Mass number is protons plus neutrons.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sit inside the nucleus with the protons.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occupy shells outside the nucleus.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Isotopes have different numbers of protons.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Isotopes have the same protons and different neutrons.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29199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029199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138927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413247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Ions are formed by changing the number of protons.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029199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5029199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138927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413247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Ions form when electrons are lost or gained.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Atomic number,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Number of protons in the nucleus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Mass number,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Protons plus neutrons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Isotope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Same Z, different neutron 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Relative atomic mass, 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Weighted mean mass compared with 1/12 of 12C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Atom (or group) with unequal protons and electrons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charge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Charge number = protons −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electrons &lt; protons, the ion is positive.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electrons &gt; protons, the ion is negative.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Never change Z when an ion forms — that would change the element.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Model this on the board with 11+, 11e then 11+, 10e for Na+.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29  / 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Second worked example — aluminium-27 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27Al has Z = 13, so 13 protons and 14 neutrons.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atom has 13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Al3+ has lost three electrons, so 10 electrons remain.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nucleus is unchanged: still 13 protons and 14 neutrons.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ion has the same electron count as neon, but it is still aluminium.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30  / 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Chemical versus nuclear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Chemical (this unit)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Electrons are rearranged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Proton number stays the same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Atoms become ions or form bonds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Identity of the element is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Nuclear (do not confuse)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The nucleus changes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Proton number may change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 different element can form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Not how Na+ is produced in a flame test / salt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31  / 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Quick check — ions and isotopes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How many electrons has 16O2−?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do 35Cl and 37Cl have the same chemical reactions with sodium?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student writes Ar as 35 or 37 for chlorine. What have they misunderstood?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32  / 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Quick-check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10 electrons (8 + 2).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They have the same electron arrangement / same proton number.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Those are mass numbers of the two isotopes, not the weighted mean 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33  / 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isotope items, write 'same proton number, different neutron number' in full.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Ar, write the substitution (percent × mass) before the division by 100.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ions, state electrons lost or gained and the new electron number.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bare number with no working often loses a method mark.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34  / 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student writes that 14C and 14N are isotopes. Explain why this is incorrect. (2)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An element has two isotopes, 69X (60.0%) and 71X (40.0%). Calculate Ar. (2)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why atoms are electrically neutral even though they contain charged particles.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35  / 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Isotopes must have the same proton number / be the same element. 14C has 6 protons; 14N has 7 protons, so they are different elements.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Ar = (60×69 + 40×71)/100 = 69.8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number of protons equals the number of electrons, so the + and − charges cancel.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36  / 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mass spectrum of neon shows peaks at m/z 20, 21 and 22 with relative heights 90.5, 0.3 and 9.2.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Identify which peak is 20Ne.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Estimate Ar and comment on whether 21Ne can be ignored in a 3 s.f. answer.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Explain one reason a fourth peak might appear if the sample were ionised as Ne2+.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37  / 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 — say it in 30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Define atomic number and mass number.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Give one pair of isotopes and state what is the same and what is different.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State the formula for Ar from two isotopes.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Explain in one sentence how a 2− ion forms.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38  / 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Complete the matching worksheet for this lesson.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Learn the relative charges and masses of the three particles.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Calculate p, n and e for five nuclides of your choice from a periodic table.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a six-mark plan: 'Explain the existence of isotopes and how Ar is calculated.'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Homework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Worksheet sold separately as a companion resource.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Answers are on the teacher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39  / 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Atomic Structure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