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Chemistry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Chemistry: Metallic Bonding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Cations, delocalised electrons and the properties they explain, compared with ionic and covalent solids.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metallic-lat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Describe metallic bonding as attraction between positive metal ions and delocalised electrons.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Explain electrical and thermal conductivity using mobile electrons.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Explain malleability and ductility using sliding layers.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Link charge and number of delocalised electrons to melting point and hardness.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Compare metallic, ionic and simple-covalent structures.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Sea of electrons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Name cations + delocalised electrons + electrostatic attraction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Metals conduct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Electrons drift; ions stay in the lattice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Metals are bendy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Layers slide; electrons still bind the 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Alloys are stronger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Different-sized atoms stop layers sliding easily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Are metal atoms more likely to lose or gain electrons?  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Why does solid sodium chloride not conduct?  [2]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Name two physical properties common to most metals.  [2]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What does delocalised mean?  [1]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Lose electrons, forming positive 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Its ions are not free to move.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Shiny, conduct heat and electricity, malleable, ductile, high melting points (most).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Not fixed to one atom; free to move through the structure.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 i="0" a:ea="Calibri">
                <a:solidFill>
                  <a:srgbClr val="FFFFFF"/>
                </a:solidFill>
                <a:latin typeface="Calibri"/>
              </a:rPr>
              <a:t>The metallic lattice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108813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CCFBF1"/>
                </a:solidFill>
                <a:latin typeface="Calibri"/>
              </a:rPr>
              <a:t>Ions plus a sea of electrons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Metallic structure</a:t>
            </a:r>
          </a:p>
        </p:txBody>
      </p:sp>
      <p:pic>
        <p:nvPicPr>
          <p:cNvPr id="4" name="Picture 3" descr="metallic-lat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Metal atoms lose outer electrons into a shared cloud.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03120"/>
            <a:ext cx="91440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12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remaining particles are positive ions packed closely.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246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246120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355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Delocalised electrons attract every ion and bind the lattice.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389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389120"/>
            <a:ext cx="91440" cy="10515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498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attraction is strong and non-directional.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 careful definition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The bond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Electrostatic attraction between metal cations and delocalised electrons.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Not ionic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There are no anions.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Not covalent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Electrons are not shared as localised pairs between two atoms.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Strength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More delocalised electrons and higher ionic charge generally strengthen the bond.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Explaining metallic properties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Electrical conductivity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Delocalised electrons are mobile charged particles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 potential difference makes them drift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The solid therefore conducts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Molten metals also conduct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Thermal conductivity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Electrons transfer kinetic energy rapidly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Ions also vibrate and pass energy on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 metal spoon heats quickly in a drink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Name electrons in a full explanation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Malleability, strength and alloys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Layers of positive ions can slide when a force is applied.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Delocalised electrons still attract the ions after the slide.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Words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Malleable: sheets. Ductile: wires.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Alloys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Different-sized atoms distort the layers, so the alloy is harder.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Property, particle, explanation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65836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Mobile particle?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One-sentence explanation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64208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Conducts as a solid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939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Yes — electrons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Delocalised electrons drift in a p.d.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22576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High melting point (most)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Ions stay packed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Strong attraction throughout the lattice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80944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Malleable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Electrons stay after sliding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Layers of ions slide; electrons still bind them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39312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Group 1 softer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939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Only one e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per atom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Weaker metallic bonding than many transition metals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Compare three solids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Copper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Cations + delocalised electrons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Solid conducts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Malleable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Used for wires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Sodium chloride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Na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+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and Cl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ions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Solid does not conduct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Brittle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Conducts when molten or dissolved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743200" cy="310896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74320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Three-structure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21792"/>
            <a:ext cx="2560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12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289304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89304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Draw a three-column table: ionic, simple covalent, metallic.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15718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462022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98598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462022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For each, state the particles present, the bonding, melting point (high/low), and whether the solid conducts.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88436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634740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71316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634740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Add one example to each column.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61154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807458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844034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807458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one sentence explaining the conductivity difference between copper and solid sodium chloride.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Comparison checkpoints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Ionic: ions; electrostatic attraction; high m.p.; solid does not conduct.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Simple covalent: molecules; covalent inside, weak forces between; low m.p.; does not conduct.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Metallic: cations + delocalised electrons; usually high m.p.; solid does conduct.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Copper has mobile electrons; solid NaCl does not have mobile 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Uses that follow from 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Wiring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Copper is ductile and a good conductor because electrons can drift.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Saucepans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Metals conduct heat quickly to the food.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Alloys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Bridges and frames use stronger metallic bonding plus hardness from mixed atom sizes.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Mercury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Liquid at room temperature, but it still conducts — metallic bonding can be relatively weak.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Metals conduct because positive ions flow through the wire.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ions stay in the lattice; electrons move.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8816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8816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Metallic bonding is a type of covalent bonding.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718816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718816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Electrons are delocalised, not shared as localised pairs.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1792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1792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All metals have very high melting points.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431792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431792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Mercury is liquid at room temperature; Group 1 metals melt relatively easily.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Describe the bonding in solid magnesium.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4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6176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why magnesium conducts as a solid but magnesium oxide does not.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3984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why metals can be drawn into wires.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Lattice of Mg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2+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ions. Outer electrons delocalised. Electrostatic attraction is metallic bonding.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Mg has mobile delocalised electrons. MgO is ionic; solid ions are not free to move.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Layers of ions can slide. Delocalised electrons continue to attract the ions, so the metal does not break.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Complete: ‘Metallic bonding is the attraction between … and …’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00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Give one property explained by sliding layers and one by mobile electrons.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0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one structural difference between an alloy and a pure metal.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Metallic Bonding worksheet.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Revise all three bonding types together.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Preview intermolecular forces: why CO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is a gas even though it has strong C=O bonds.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Chemistry: Metallic Bonding</dc:title>
  <dc:subject>BTEC Unit 1 Chemistry</dc:subject>
  <dc:creator>JDScience</dc:creator>
  <cp:keywords>BTEC Unit 1 Chemistry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