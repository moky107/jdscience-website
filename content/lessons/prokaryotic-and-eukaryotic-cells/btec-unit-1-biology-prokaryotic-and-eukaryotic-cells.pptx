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Biology: Prokaryotic and Eukaryotic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Comparing bacteria with animal and plant cells, including ultrastructure and classification.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prokaryote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State the defining features of prokaryotic and eukaryotic cells.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Label a bacterial cell, including cell wall, loop of DNA, plasmid, ribosomes and flagellum where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Compare sizes, organelles and DNA organisation of the two cell types.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why bacteria can reproduce quickly and transfer plasmids.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Use comparison tables to answer extended-response items.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organelle contains chromosomal DNA in an animal cell?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Do bacteria have a nucleus?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one useful and one harmful activity of bacteria.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is usually larger, a bacterial cell or an animal cell?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nucleus.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No — their DNA is not enclosed by a nuclear envelope.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Useful: yoghurt / insulin production / decomposition. Harmful: infection / food spoilage.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An animal cell is typically larger (about 10–30 µm versus about 1–5 µm).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Two fundamental cell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The nucleus is the key divide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Definitions that earn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Eukaryotic cells have a nucleus bounded by a nuclear envelope and membrane-bound organelles.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Prokaryotic cells have no nucleus and no membrane-bound organelles.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Animals, plants, fungi and protoctists are eukaryotic.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Bacteria and archaea are prokaryotic.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Viruses are acellular and are not classified as either.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Bacterial cell schematic</a:t>
            </a:r>
          </a:p>
        </p:txBody>
      </p:sp>
      <p:pic>
        <p:nvPicPr>
          <p:cNvPr id="4" name="Picture 3" descr="prokaryote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Cell wall (peptidoglycan in many bacteria) gives shape and protection.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Cell membrane controls exchange.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DNA is a circular loop in the cytoplasm (nucleoid region).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Plasmids are small extra DNA circles and may carry antibiotic-resistance genes.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Ribosomes (70S) make proteins. Some species have a flagellum or capsule.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schematic of a typical prokaryote.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Prokaryote versus eukaryote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148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Prokaryote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4004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Eukaryote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148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Absent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004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Circular loop; plasmids 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004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Linear chromosomes in a nucleus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Membrane-bound organelles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148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004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Present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148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70S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80S (70S in mitochondria/chloroplasts)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Typical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148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1–5 µm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0040" y="404164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10–100 µm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98848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60857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Cell wall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1480" y="460857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Peptidoglycan (many bacteria)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0040" y="460857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Cellulose (plants) / chitin (fungi) / none (animals)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Why the comparison matters medically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Antibiotics can target peptidoglycan synthesis or 70S ribosomes.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Those targets are absent or different in human cells, which is why many antibiotics are selective.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Plasmid transfer (conjugation) spreads resistance between bacteria.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Gram staining (later practical work) distinguishes wall types and guides treatment.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Always say 'many bacteria' rather than 'all bacteria' when discussing walls and flagella.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DNA organisation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Prokaryotic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Usually one circular chromosome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Not wrapped as eukaryotic chromatin with histones in the same way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Lies free in the cytoplasm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May include plasmids that replicate independently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Eukaryotic DNA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Several linear chromosomes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Associated with histone proteins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Enclosed by a nuclear envelope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Mitochondria and chloroplasts also contain their own circular DNA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Reproduction and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Bacteria commonly divide by binary fission — asexual and rapid in good conditions.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Eukaryotic body cells divide by mitosis; gametes form by meiosis.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short bacterial generation time can produce huge populations overnight.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is useful in biotechnology and dangerous in infection.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Mutation plus selection explains how resistance becomes common.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Venn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Draw a two-circle Venn diagram: prokaryote / both / eukaryote.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Place: ribosomes, nucleus, cell membrane, plasmids, mitochondria, DNA, cell wall (qualify).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one sentence on a medical application of a difference you placed on one side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Bacteria have no DNA.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They have DNA; it is not inside a nucleus.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Prokaryotes have no ribosomes.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They have 70S ribosomes.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bacteria cause disease.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Many are harmless or beneficial.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Nucleoid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Region where the bacterial chromosome sits — not a nucleus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Plasmid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Small extra circle of DNA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Peptidoglycan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Polymer that strengthens many bacterial walls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Binary fission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Asexual splitting of a bacterial cell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70S ribosome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Smaller ribosome found in prokaryotes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wall, capsule, flagellum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Not every bacterium has a capsule or a flagellum — say 'some bacteria'.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capsule can help a pathogen evade phagocytosis.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flagellum rotates and allows motility towards resources.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Pili can help attachment and, in some species, DNA transfer.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membrane is still the barrier that controls exchange.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Gram-positive and Gram-negative — first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Gram staining is a later practical topic, but the wall difference starts here.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Gram-positive walls have a thick peptidoglycan layer and stain purple.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Gram-negative walls have a thinner peptidoglycan layer plus an outer membrane and stain pink.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outer membrane affects which antibiotics can enter.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do not need the full stain protocol in this lesson, only the wall idea.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Useful versus harmful bacteria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Useful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Decomposers in nutrient cycles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Yoghurt and cheese production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Insulin and other recombinant products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Gut bacteria that aid digestion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Harmful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Pathogens causing infection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Food spoilage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Toxin production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Antibiotic-resistant strains in hospitals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Comparison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Give one similarity between a bacterial cell and a plant cell.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Give two differences between a bacterial cell and a plant cell.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is 'bacteria have no genetic material' an automatic zero?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Comparison-check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Both have a cell wall / ribosomes / cell membrane / DNA / cytoplasm.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Plant cell has a nucleus / cellulose wall / chloroplasts / larger size. Bacterium has peptidoglycan / circular DNA / plasmids.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Bacteria have DNA (a circular chromosome, and often plasmids).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Fungi — a eukaryotic contrast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Fungi are eukaryotic, so they have nuclei.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Their walls are typically chitin, not cellulose or peptidoglycan.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Yeast is unicellular; mushrooms are multicellular.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stops students dumping all 'walled cells' into one group.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Viruses remain outside this comparison — they are not cells.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In a 'differences' table, each row must contrast the same feature.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Do not write 'bacteria are simple' — name the missing nucleus or organelle.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plasmids, mention a named consequence (resistance or genetic engineering).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Size and surface 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small bacterial cell has a large surface-area-to-volume ratio.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Diffusion can supply the interior quickly, so bacteria do not need mitochondria or a circulatory system.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Larger eukaryotic cells rely on organelles and, in multicellular organisms, exchange systems.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is a functional reason for the size difference, not just a fact to memorise.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Typical values: bacteria 1–5 µm; animal cells often 10–30 µm.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Classification reminder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Prokaryotes: bacteria and archaea.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Eukaryotes: animals, plants, fungi, protoctists.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Viruses: acellular particles with genetic material in a protein coat.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an item asks you to classify an unnamed cell, look first for a nucleus.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If there is a cellulose wall and chloroplasts, it is a plant cell, not a bacterium.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Putting the comparison on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Start with the nucleus: present or absent.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Then DNA: linear chromosomes versus a circular loop.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Then organelles: mitochondria and chloroplasts versus none.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Then wall chemistry if a wall is present.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Finish with a medical or biotechnological consequence so the comparison is not a dry 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Give three differences between a bacterial cell and an animal cell. (3)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how a plasmid can be medically important. (3)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student writes that mitochondria prove a cell is prokaryotic. Explain the error.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Bacterium has no nucleus / no mitochondria / has peptidoglycan wall / has circular DNA / smaller / 70S ribosomes. Animal cell has the opposite of each stated point. Award three clear paired differences.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Plasmids can carry antibiotic-resistance genes. They can be transferred between bacteria. This makes infections harder to treat. They are also used as vectors in genetic engineering.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Mitochondria are membrane-bound organelles found in eukaryotes, not in prokaryotes. Their presence shows the cell is eukaryotic.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List four labels for a bacterial cell.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State the single best defining difference between the two cell types.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Give one reason viruses are not placed in either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prokaryote/eukaryote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Practise a six-mark comparison from memory.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Next lesson: seeing these cells — microscopy and magnification.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Prokaryotic and Eukaryotic Cells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