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7772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>
                <a:solidFill>
                  <a:srgbClr val="00796B"/>
                </a:solidFill>
                <a:latin typeface="Calibri"/>
              </a:rPr>
              <a:t>BTEC Level 3  ·  Applied Science  ·  Unit 1  ·  Biology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7955279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004D40"/>
                </a:solidFill>
                <a:latin typeface="Calibri"/>
              </a:rPr>
              <a:t>BTEC Unit 1 Biology: Prokaryotic and Eukaryotic Cells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86200"/>
            <a:ext cx="7772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475569"/>
                </a:solidFill>
                <a:latin typeface="Calibri"/>
              </a:rPr>
              <a:t>Ultrastructure, DNA organisation, ribosome type, plasmids and why the comparison matters medically.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623560"/>
            <a:ext cx="7772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prokaryote-c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25880"/>
            <a:ext cx="315468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408176"/>
            <a:ext cx="420624" cy="42062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447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4081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State the defining features of prokaryotic and eukaryotic cells.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2322576"/>
            <a:ext cx="420624" cy="42062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3591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225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Label a bacterial cell, including wall, DNA loop, plasmid, 70S ribosomes and flagellum where present.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358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3236976"/>
            <a:ext cx="420624" cy="42062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2735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Compare size, organelles and DNA organisation of the two cell types.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502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" y="4151376"/>
            <a:ext cx="420624" cy="42062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879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1513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Explain antibiotic selectivity and plasmid transfer of resistance.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646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5065776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51023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0657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Use paired comparison sentences in extended-response items.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LEVEL 3 DEPTH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Beyond GCSE recall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This lesson must progress past simple recall. Use these Level 3 moves in explanations and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11247120" cy="713232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GCSE starting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Unit 1 progression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3432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Bacteria have no nucleus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Name nucleoid, circular DNA, plasmids, 70S ribosomes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26664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Bacteria are simple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Name the missing envelope and membrane-bound organelles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39896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Antibiotics kill germs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Targets: peptidoglycan wall or 70S ribosomes, absent in human cells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53128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All bacteria are harmful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Useful roles plus resistance via plasmids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Which organelle contains chromosomal DNA in an animal cell?  [1]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Do bacteria have a nucleus?  [1]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Name one useful and one harmful activity of bacteria.  [2]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Which is usually larger, a bacterial cell or an animal cell?  [1]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Retrieval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The nucleus.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No — their DNA is not enclosed by a nuclear envelope.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Useful: yoghurt / insulin / decomposition. Harmful: infection / food spoilage.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An animal cell is typically larger (about 10–30 µm versus about 1–5 µm).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972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 a:ea="Calibri">
                <a:solidFill>
                  <a:srgbClr val="FFFFFF"/>
                </a:solidFill>
                <a:latin typeface="Calibri"/>
              </a:rPr>
              <a:t>Two fundamental cell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CCFBF1"/>
                </a:solidFill>
                <a:latin typeface="Calibri"/>
              </a:rPr>
              <a:t>The nucleus is the key divide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520440" cy="10972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1   Look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A nucleus with an envelope versus a DNA loop in the cytoplasm.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65960"/>
            <a:ext cx="3520440" cy="109728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2   Say in full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Eukaryotes have a nucleus and membrane-bound organelles; prokaryotes do not.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65960"/>
            <a:ext cx="3520440" cy="3977639"/>
          </a:xfrm>
          <a:prstGeom prst="roundRect">
            <a:avLst/>
          </a:prstGeom>
          <a:solidFill>
            <a:srgbClr val="00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965960"/>
            <a:ext cx="3520440" cy="109728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21284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CCFBF1"/>
                </a:solidFill>
                <a:latin typeface="Calibri"/>
              </a:rPr>
              <a:t>3   Level 3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788920"/>
            <a:ext cx="310896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FFFFFF"/>
                </a:solidFill>
                <a:latin typeface="Calibri"/>
              </a:rPr>
              <a:t>Pair every difference: 70S versus 80S, peptidoglycan versus cellulose, size.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Definitions that earn marks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Eukaryotic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Nucleus bounded by a nuclear envelope and membrane-bound organelles.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Prokaryotic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No nucleus and no membrane-bound organelles.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Who is who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Animals, plants, fungi and protoctists are eukaryotic. Bacteria and archaea are prokaryotic.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Viruses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Acellular — not prokaryotic or eukaryotic.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Bacterial cell schematic</a:t>
            </a:r>
          </a:p>
        </p:txBody>
      </p:sp>
      <p:pic>
        <p:nvPicPr>
          <p:cNvPr id="4" name="Picture 3" descr="prokaryote-c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Cell wall (peptidoglycan in many bacteria) gives shape and protection.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1168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membrane still controls exchange.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7180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DNA is a circular loop in the cytoplasm (nucleoid) — not a nucleus.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3192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Plasmids are small extra DNA circles and may carry resistance genes.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892040"/>
            <a:ext cx="4617720" cy="7223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Ribosomes are 70S. Some species have a flagellum or capsule.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742432"/>
            <a:ext cx="6126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Say ‘some bacteria’ for capsule and flagellum.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Scale comparison</a:t>
            </a:r>
          </a:p>
        </p:txBody>
      </p:sp>
      <p:pic>
        <p:nvPicPr>
          <p:cNvPr id="4" name="Picture 3" descr="size-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10871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515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Bacteria are typically 1–5 µm.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602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60270"/>
            <a:ext cx="91440" cy="110871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517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Animal cells are often 10–30 µm.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36042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360420"/>
            <a:ext cx="91440" cy="110871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45186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small cell has a large surface-area-to-volume ratio, so diffusion can supply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560570"/>
            <a:ext cx="5029200" cy="110871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560570"/>
            <a:ext cx="91440" cy="110871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652010"/>
            <a:ext cx="4617720" cy="9624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Viruses are much smaller still and are not cells.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Prokaryote versus eukaryote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1247120" cy="65836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Prokaryote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1115568"/>
            <a:ext cx="374904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Eukaryote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64208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Nucleus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939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Absent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2" y="175564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Present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22576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DNA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Circular loop; plasmids possible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2" y="2414016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Linear chromosomes in a nucleus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80944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Membrane-bound organelles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39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Absent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2" y="3072384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Present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39312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Ribosomes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939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70S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8432" y="3730752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80S (70S in mitochondria/chloroplasts)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297680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389120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Typical size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4389120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1–5 µm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8432" y="4389120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10–100 µm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956048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504748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Cell wall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9392" y="504748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Peptidoglycan (many bacteria)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28432" y="5047488"/>
            <a:ext cx="36393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Cellulose / chitin / none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806440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475569"/>
                </a:solidFill>
                <a:latin typeface="Calibri"/>
              </a:rPr>
              <a:t>Each exam row must contrast the same feature.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DNA organisation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Prokaryotic DNA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Usually one circular chromosome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Lies free in the cytoplasm (nucleoid)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May include plasmids that replicate independently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Not packaged as eukaryotic chromatin with histones in the same way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Eukaryotic DNA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Several linear chromosomes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Associated with histone proteins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Enclosed by a nuclear envelope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Mitochondria and chloroplasts also contain circular DNA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Why the comparison matters medically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Wall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Some antibiotics block peptidoglycan synthesis.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Ribosome 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Some antibiotics bind 70S ribosomes, not 80S.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Selectivity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Those targets are absent or different in human cells.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Resistance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Plasmids can transfer resistance genes by conjugation.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Useful versus harmful bacteria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502920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50292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009688"/>
                </a:solidFill>
                <a:latin typeface="Calibri"/>
              </a:rPr>
              <a:t>Useful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Decomposers in nutrient cycles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Yoghurt and cheese production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Recombinant insulin and other products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Gut bacteria that aid digestion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502920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5029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70432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a:ea="Calibri">
                <a:solidFill>
                  <a:srgbClr val="1E3A5F"/>
                </a:solidFill>
                <a:latin typeface="Calibri"/>
              </a:rPr>
              <a:t>Harmful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50292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Pathogens causing infection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Food spoilage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Toxin production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Antibiotic-resistant strains in hospitals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Fungi — a eukaryotic contrast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Nucleus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Fungi are eukaryotic, so they have nuclei.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Wall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Their walls are typically chitin, not cellulose or peptidoglycan.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Yeast is unicellular; mushrooms are multicellular.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Do not dump all walled cells into one group. Viruses remain outside the comparison.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Endosymbiotic hint (Level 3 stretch)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Observation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Mitochondria and chloroplasts have circular DNA and 70S ribosomes.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Idea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These features resemble free-living bacteria.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Theory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organelles may have originated from engulfed prokaryotes.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stretch explanation — do not treat it as the whole lesson.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743200" cy="310896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74320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Venn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21792"/>
            <a:ext cx="25603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10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289304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289304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Draw a two-circle Venn diagram: prokaryote / both / eukaryote.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00528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846832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83408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846832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Place: ribosomes, nucleus, cell membrane, plasmids, mitochondria, DNA, cell wall (qualify the chemistry).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58056"/>
            <a:ext cx="11247120" cy="14660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404360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40936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404360"/>
            <a:ext cx="10195560" cy="1246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Write one sentence on a medical application of a difference you placed on one side only.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Bacteria have no DNA.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They have DNA; it is not inside a nucleus.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18816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8816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Prokaryotes have no ribosomes.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718816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718816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They have 70S ribosomes.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31792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431792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All bacteria cause disease.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431792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4431792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Many are harmless or beneficial.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Give three differences between a bacterial cell and an animal cell.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55008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6528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6176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Explain how a plasmid can be medically important.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6176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6176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56176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6176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56176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52816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4336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3984" y="2011680"/>
            <a:ext cx="3249168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student writes that mitochondria prove a cell is prokaryotic. Explain the error.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3984" y="3520440"/>
            <a:ext cx="3249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475569"/>
                </a:solidFill>
                <a:latin typeface="Calibri"/>
              </a:rPr>
              <a:t>Write a full-sentence answer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53984" y="3858768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53984" y="4151376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53984" y="4443984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53984" y="4736592"/>
            <a:ext cx="3249168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Bacterium: no nucleus / no mitochondria / peptidoglycan wall / circular DNA / 70S / smaller. Animal cell has the opposite of each stated point.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Plasmids can carry antibiotic-resistance genes, can be transferred, and are used as vectors in genetic engineering.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Mitochondria are membrane-bound organelles found in eukaryotes. Their presence shows the cell is eukaryotic.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30–60 seconds each. No notes if you can avoid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List four labels for a bacterial cell.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50080" y="1463040"/>
            <a:ext cx="457200" cy="4572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State the single best defining difference between the two cell types.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60080" y="1463040"/>
            <a:ext cx="457200" cy="457200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Give one reason viruses are not placed in either group.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28930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0759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Complete the prokaryote/eukaryote worksheet.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34086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5915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Practise a six-mark comparison from memory using paired sentences.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5468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39242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4728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41071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Next lesson: seeing these cells — microscopy and magnification.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Prokaryotic and eukaryotic cells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Biology: Prokaryotic and Eukaryotic Cells</dc:title>
  <dc:subject>BTEC Unit 1 Biology</dc:subject>
  <dc:creator>JDScience</dc:creator>
  <cp:keywords>BTEC Unit 1 Biology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