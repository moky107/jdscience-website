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796B"/>
                </a:solidFill>
                <a:latin typeface="Calibri"/>
              </a:rPr>
              <a:t>BTEC Level 3  ·  Applied Science  ·  Unit 1  ·  Chemistry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804672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 a:ea="Calibri">
                <a:solidFill>
                  <a:srgbClr val="004D40"/>
                </a:solidFill>
                <a:latin typeface="Calibri"/>
              </a:rPr>
              <a:t>BTEC Unit 1 Chemistry: Covalent Bonding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78638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475569"/>
                </a:solidFill>
                <a:latin typeface="Calibri"/>
              </a:rPr>
              <a:t>Shared electron pairs, simple molecules and giant covalent structures.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7863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covalent-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554480"/>
            <a:ext cx="2926080" cy="2926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17904"/>
            <a:ext cx="384048" cy="384048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3619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Describe a covalent bond as a shared pair of electrons.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295144"/>
            <a:ext cx="384048" cy="384048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33172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1343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Explain why non-metal atoms share electrons.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2608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072384"/>
            <a:ext cx="384048" cy="384048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10896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067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Represent simple molecules using straight-line bonds and state of outer-shell counts.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0332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849624"/>
            <a:ext cx="384048" cy="384048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88620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86791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Distinguish simple molecular structures from giant covalent structures.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4626864"/>
            <a:ext cx="384048" cy="384048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66344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64515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Use structure to explain melting point, solubility and electrical conductivity.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How does ionic bonding differ from sharing electrons?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How many electrons does carbon need to obtain a full outer shell?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Name two elements that exist as diatomic molecules.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What is meant by a full outer shell for elements in Period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Ionic bonding is electron transfer and attraction between ions; covalent bonding is sharing.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Four (carbon is 2,4).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Hydrogen, nitrogen, oxygen, fluorine, chlorine, bromine or iodine.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Eight electrons in the outer shell (helium is the exception with two).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FFFFFF"/>
                </a:solidFill>
                <a:latin typeface="Calibri"/>
              </a:rPr>
              <a:t>The covalent bond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 a:ea="Calibri">
                <a:solidFill>
                  <a:srgbClr val="CCFBF1"/>
                </a:solidFill>
                <a:latin typeface="Calibri"/>
              </a:rPr>
              <a:t>A shared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A shared pair of electrons</a:t>
            </a:r>
          </a:p>
        </p:txBody>
      </p:sp>
      <p:pic>
        <p:nvPicPr>
          <p:cNvPr id="4" name="Picture 3" descr="covalent-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603504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1430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Each atom contributes one electron to the shared pair.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The pair is attracted to both nuclei.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That attraction is the covalent bond.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Both atoms obtain a more stable outer shell.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715000"/>
            <a:ext cx="6035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Hydrogen chloride as a simple original schematic.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Single, double and triple bonds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single bond is one shared pair (H–H, Cl–Cl, C–C).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double bond is two shared pairs (O=O, C=O).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triple bond is three shared pairs (N≡N).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Multiple bonds are shorter and stronger than the corresponding single bond between the same atoms.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Carbon regularly forms four covalent bonds in stable molecules.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Worked molecules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Water, H2O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Oxygen is 2,6 and needs two more electrons.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Each hydrogen shares its one electron.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Oxygen forms two single bonds.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The molecule is bent; this matters later for polarity.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Carbon dioxide, CO2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Carbon needs four electrons; each oxygen needs two.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Carbon forms two double bonds, O=C=O.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The molecule is linear.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It is a simple molecule with weak forces between molecules.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Methane and ammonia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Methane, CH4: carbon forms four C–H single bonds. Tetrahedral shape.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Ammonia, NH3: nitrogen forms three N–H bonds and has one lone pair.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lone pair is a pair of outer electrons not used in bonding.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Lone pairs affect shape and can accept a proton (to form NH4+).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These are still simple molecules, not giant lattices.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834640" cy="32918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8346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Bond 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0" y="713232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For F2, O2, N2, CH4 and CO2, state the number of shared pairs in the molecule.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Identify any lone pairs on the central atom where relevant.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Predict whether each substance is a gas at room temperature and justify using structure, not memory alone.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Bond-count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F2: 1 pair. O2: 2 pairs. N2: 3 pairs.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CH4: 4 pairs; no lone pair on C. CO2: 4 pairs in total as two double bonds; no lone pair on C.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All are simple molecules, so intermolecular forces are weak and they are gases at room temperature.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FFFFFF"/>
                </a:solidFill>
                <a:latin typeface="Calibri"/>
              </a:rPr>
              <a:t>Two covalent structure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 a:ea="Calibri">
                <a:solidFill>
                  <a:srgbClr val="CCFBF1"/>
                </a:solidFill>
                <a:latin typeface="Calibri"/>
              </a:rPr>
              <a:t>Simple molecular versus giant covalent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Structure types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Simple molecular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Strong covalent bonds within molecules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Weak forces between molecules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Low melting and boiling points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Usually do not conduct electricity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Examples: H2O, CO2, I2, CH4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Giant covalent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Vast network of covalent bonds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No separate small molecules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Very high melting points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Usually do not conduct (graphite is the important exception)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Examples: diamond, graphite, silicon dioxide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Diamond and graphite — contrast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In diamond, each carbon is bonded to four others in a tetrahedral network.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Diamond is extremely hard and does not conduct; all outer electrons are in bonds.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In graphite, each carbon is bonded to three others in layers.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Spare electrons are delocalised between layers, so graphite conducts.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Layers can slide, so graphite is soft and is used as a lubricant and in pencils.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Electrical conductivity of covalent substances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Simple molecules have no mobile ions or delocalised electrons, so they do not conduct.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Diamond has no delocalised electrons.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Graphite and graphene have delocalised electrons and do conduct.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Molten ionic compounds conduct for a different reason — mobile ions.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Always name the mobile charged particle in an explanation.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Breaking covalent bonds is what happens when water boils.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Boiling overcomes intermolecular forces; the H–O bonds remain.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37744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All covalent substances have low melting points.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37744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37744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Giant covalent structures have very high melting points.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70332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Covalent bonds form between a metal and a non-metal.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70332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70332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That pairing usually gives ionic bonding.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Key terminology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Meaning you should be able to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Covalent bond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A shared pair of electrons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31136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Lone pair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Outer-shell pair not used in a bond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98064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Simple molecular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Small molecules with weak forces between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64992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Giant covalent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Network of covalent bonds throughout the solid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931920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Dative / coordinate bond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Both electrons in the shared pair come from one atom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Teacher explanation — why non-metals 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Non-metal atoms attract electrons strongly, so transfer of several electrons is costly.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Sharing lets each atom count the pair towards a full outer shell.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shared pair sits between the nuclei and is attracted to both.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That mutual attraction is the bond.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Carbon forms four bonds because it has four outer electrons and needs four more.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Displayed formulae to learn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Draw and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H2: H–H (1 pair)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O2: O=O (2 pairs)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N2: N≡N (3 pairs)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H2O: two O–H bonds plus two lone pairs on 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Carbon compounds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CH4: four C–H bonds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CO2: O=C=O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Each line is one shared pair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Check carbon has four lines in total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Silicon dioxide as a giant covalent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Each silicon atom is covalently bonded to four oxygen atoms.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Each oxygen is bonded to two silicon atoms.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result is a 3D network, not SiO2 molecules that you can melt easily.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Very high melting point; does not conduct; hard.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Used in glass and as a typical contrast with CO2.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Structure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Classify H2O, SiO2, I2 and diamond as simple molecular or giant covalent.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Which of those solids would you expect to have the lowest melting point, and why?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Why is 'CO2 is covalent so it has a high melting point' a weak answer?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Structure-check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H2O and I2 simple molecular; SiO2 and diamond giant covalent.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I2 (or H2O if comparing with the giants) — weak intermolecular forces. I2 is the classic low-m.p. covalent solid.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It names the bond type but ignores structure. CO2 is simple molecular, so intermolecular forces are weak.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A first look at dative bonding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In NH4+, the fourth N–H bond forms when nitrogen donates its lone pair to H+.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Once formed, that bond is identical to the other N–H bonds.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Carbon monoxide and some complex ions also contain dative bonds.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You only need the idea: both electrons in the pair can come from one atom.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Do not treat dative bonds as a third main bonding type alongside ionic, covalent and metallic.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How to answer a 4-mark structure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7040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Always state whether the structure is simple molecular or giant covalent before explaining a melting point.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For conductivity, name the missing mobile particle.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For Cl2 or H2, describe sharing and the full outer shell — do not mention 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097280"/>
            <a:ext cx="3931920" cy="48463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1097280"/>
            <a:ext cx="91440" cy="4846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2801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Mark-winning habit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83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particles.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forces.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Link force to the property.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Avoid 'it' without a noun.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Describe how a covalent bond forms in a chlorine molecule. (3)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Explain why iodine melts at a much lower temperature than diamond, even though both contain covalent bonds. (4)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Explain why graphite conducts electricity but diamond does not.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25  / 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Each chlorine atom has 7 outer electrons. They share one pair. Both atoms then have 8 outer electrons. The shared pair is attracted to both nuclei.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Iodine is simple molecular: melting overcomes weak forces between I2 molecules. Diamond is giant covalent: melting requires breaking many strong C–C bonds, which needs far more energy.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Graphite has delocalised electrons that can move between layers. In diamond every outer electron is held in a C–C bond, so there are no mobile charged particles.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26  / 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Define a covalent bond in one sentence.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Give one simple-molecular and one giant-covalent example.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State the mobile particle (if any) that allows graphite to conduct.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27  / 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Complete the covalent bonding worksheet.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Draw displayed formulae for H2O, NH3, CH4 and CO2 from memory.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Next lesson: metallic bonding and why metals conduct as solids.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28  / 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Chemistry: Covalent Bonding</dc:title>
  <dc:subject>BTEC Unit 1 Chemistry</dc:subject>
  <dc:creator>JDScience</dc:creator>
  <cp:keywords>BTEC Unit 1 Chemistry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