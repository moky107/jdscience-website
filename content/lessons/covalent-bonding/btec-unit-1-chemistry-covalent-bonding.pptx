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Covalent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Shared pairs, simple molecules, giant covalent networks and structure–property explanations.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covalent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a covalent bond as a shared pair of electrons attracted to both nuclei.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why non-metal atoms share rather than transfer.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Count shared pairs in H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O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N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, H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O and CO</a:t>
            </a:r>
            <a:r>
              <a:rPr sz="17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7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Distinguish simple molecular from giant covalent structures.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structure to explain melting point and electrical conductivity, including graphite.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Covalent = sharing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shared pair is attracted to both nuclei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Covalent substances melt easily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Only simple molecular ones do; diamond does not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Boiling water breaks O–H bonds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Boiling overcomes intermolecular forces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Graphite is just carbon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Delocalised electrons between layers explain conduction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How does ionic bonding differ from sharing electrons?  [2]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How many electrons does carbon need for a full outer shell?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two elements that exist as diatomic molecules.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is a full outer shell for Period 2 elements?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Ionic bonding is electron transfer and attraction between ions; covalent bonding is sharing.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Four (carbon is 2,4).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Hydrogen, nitrogen, oxygen, fluorine, chlorine, bromine or iodine.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Eight electrons (helium is the exception with two).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The covalent bond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A shared pair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shared pair of electrons</a:t>
            </a:r>
          </a:p>
        </p:txBody>
      </p:sp>
      <p:pic>
        <p:nvPicPr>
          <p:cNvPr id="4" name="Picture 3" descr="covalent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atom contributes one electron to the shared pair (unless the bond is dative).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pair is attracted to both nuclei.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That mutual attraction is the covalent bond.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Both atoms obtain a more stable outer shell.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HCl as an original schematic — not a copied dot-and-cross from another publisher.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Single, double and triple bonds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Single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One shared pair. H–H, Cl–Cl, C–C.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Double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Two shared pairs. O=O, C=O.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Triple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Three shared pairs. N≡N.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Carbon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Regularly forms four covalent bonds in stable molecules.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Molecules you must be able to draw</a:t>
            </a:r>
          </a:p>
        </p:txBody>
      </p:sp>
      <p:pic>
        <p:nvPicPr>
          <p:cNvPr id="4" name="Picture 3" descr="covalent-molec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Count the lines: each line is one shared pair.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Water is bent and has two lone pairs on oxygen.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is linear: O=C=O.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Ammonia has a lone pair and can form a dative bond to H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to make NH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Why non-metals share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The electron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Non-metal atoms attract electrons strongly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Transferring several electrons is costly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Sharing lets each atom count the pair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The pair sits between the nuclei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Keep the language scientific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not say atoms ‘want’ electrons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Name attraction to both nuclei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State the full outer shell after sharing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not mention ions in a covalent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Two covalent structure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The structure word wins the 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Structure types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Simple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Strong covalent bonds within molecules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Weak forces between molecules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Low melting and boiling points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Usually do not conduct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Examples: H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O, CO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, I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Giant covalent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Vast network of covalent bonds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separate small molecules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Very high melting points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Usually do not conduct (graphite is the exception)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Examples: diamond, graphite, SiO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Diamond versus graphite</a:t>
            </a:r>
          </a:p>
        </p:txBody>
      </p:sp>
      <p:pic>
        <p:nvPicPr>
          <p:cNvPr id="4" name="Picture 3" descr="diamond-grap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Diamond: each C bonded to four others — hard, no delocalised electrons.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Graphite: each C bonded to three others in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Spare electrons are delocalised between layers, so graphite conducts.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Layers can slide, so graphite is soft.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Silicon dioxide as a giant covalent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Bonding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Si is covalently bonded to four O atoms.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Oxygen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O is bonded to two Si atoms.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3D network — not SiO</a:t>
            </a:r>
            <a:r>
              <a:rPr sz="14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molecules.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Properties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Very high melting point; does not conduct; hard.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Bond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For F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N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and CO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state the number of shared pairs.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Identify any lone pairs on the central atom where relevant.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Predict whether each substance is a gas at room temperature using structure, not memory alone.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Bond-count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1 pair. 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2 pairs. N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3 pairs.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CH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4 pairs; no lone pair on C. CO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: two double bonds; no lone pair on 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All are simple molecules, so intermolecular forces are weak and they are gases at room temperature.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first look at dative bonding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NH</a:t>
            </a:r>
            <a:r>
              <a:rPr sz="1600" b="1" i="0" a:ea="Calibri" baseline="-25000">
                <a:solidFill>
                  <a:srgbClr val="004D40"/>
                </a:solidFill>
                <a:latin typeface="Calibri"/>
              </a:rPr>
              <a:t>4</a:t>
            </a:r>
            <a:r>
              <a:rPr sz="1600" b="1" i="0" a:ea="Calibri" baseline="30000">
                <a:solidFill>
                  <a:srgbClr val="004D40"/>
                </a:solidFill>
                <a:latin typeface="Calibri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fourth N–H bond forms when nitrogen donates its lone pair to H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Once formed, that bond is identical to the other N–H bonds.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Elsewhere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Carbon monoxide and some complex ions also contain dative bonds.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Treat it as a special covalent case — not a fourth main bonding type.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Breaking covalent bonds is what happens when water boils.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Boiling overcomes intermolecular forces; the O–H bonds remain.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covalent substances have low melting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Giant covalent structures have very high melting 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Covalent bonds form between a metal and a non-metal.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That pairing usually gives ionic bonding.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how a covalent bond forms in a chlorine molecule.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iodine melts at a much lower temperature than diamond.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graphite conducts electricity but diamond does not.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Each Cl has 7 outer electrons. They share one pair. Both then have 8. The pair is attracted to both nuclei.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Iodine is simple molecular — melting overcomes weak forces between I</a:t>
            </a:r>
            <a:r>
              <a:rPr sz="15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molecules. Diamond is giant covalent — many strong C–C bonds must break.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Graphite has delocalised electrons between layers. In diamond every outer electron is held in a C–C bond.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Define a covalent bond in one sentence.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simple-molecular and one giant-covalent example.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Name the mobile particle that allows graphite to conduct.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Covalent Bonding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Draw displayed formulae for 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O, NH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3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CH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4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and CO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from memory.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metallic bonding.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Covalent bonding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Covalent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