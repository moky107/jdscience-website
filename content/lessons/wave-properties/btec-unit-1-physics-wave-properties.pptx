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772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796B"/>
                </a:solidFill>
                <a:latin typeface="Calibri"/>
              </a:rPr>
              <a:t>BTEC Level 3  ·  Applied Science  ·  Unit 1  ·  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7955279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004D40"/>
                </a:solidFill>
                <a:latin typeface="Calibri"/>
              </a:rPr>
              <a:t>BTEC Unit 1 Physics: Wave Properties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86200"/>
            <a:ext cx="7772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475569"/>
                </a:solidFill>
                <a:latin typeface="Calibri"/>
              </a:rPr>
              <a:t>Transverse and longitudinal waves, phase, superposition, polarisation and everyday examples.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623560"/>
            <a:ext cx="7772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long-vs-tr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25880"/>
            <a:ext cx="315468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08176"/>
            <a:ext cx="420624" cy="4206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447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081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Distinguish transverse and longitudinal waves with examples and diagrams.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322576"/>
            <a:ext cx="420624" cy="42062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591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225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Describe compressions, rarefactions, crests and troughs.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358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3236976"/>
            <a:ext cx="420624" cy="42062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735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Explain phase, antiphase and path difference.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502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4151376"/>
            <a:ext cx="420624" cy="42062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879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State the principle of superposition and recognise constructive and destructive cases.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646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5065776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51023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657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Use polarisation as evidence that light is transverse and sound is not.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LEVEL 3 DEPTH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Beyond GCSE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This lesson must progress past simple recall. Use these Level 3 moves in explanations and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GCSE starting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Unit 1 progression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Sound is a sine wave so it is transverse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The sine curve is a graph; the oscillation is still parallel to travel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26664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Waves destroy each other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Superposition is local; each wave continues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All waves need air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Electromagnetic waves do not need a medium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53128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Polarising sunglasses are a trick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They filter a transverse oscillation plane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Is light transverse or longitudinal?  [1]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Is sound in air transverse or longitudinal?  [1]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What is transferred by a wave?  [1]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Name one piece of evidence that light is a wave.  [2]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Transverse — oscillations of the electric and magnetic fields are perpendicular to travel.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Longitudinal — air particles oscillate parallel to the direction of energy transfer.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Energy.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Interference / diffraction / polarisation of light.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Two families of wave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Direction of oscillation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A transverse snapshot and a compression–rarefaction sketch.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Transverse: oscillation is perpendicular. Longitudinal: it is parallel.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Sound in air cannot be polarised because it is longitudinal.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Transverse and longitudinal</a:t>
            </a:r>
          </a:p>
        </p:txBody>
      </p:sp>
      <p:pic>
        <p:nvPicPr>
          <p:cNvPr id="4" name="Picture 3" descr="long-vs-tr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Transverse: oscillation perpendicular to energy transfer.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Examples: water surface waves, waves on a string, all electromagnetic waves.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Longitudinal: oscillation parallel to energy transfer.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Examples: sound in air, P-waves, compression waves on a slinky.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Language for each type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Transverse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Crest — maximum positive displacement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Trough — maximum negative displacement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Amplitude — height from equilibrium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Can be polarised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Longitudinal words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Compression — region of higher pressure / closer particles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Rarefaction — region of lower pressure / more spaced particles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Wavelength — compression to next compression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Cannot be polarised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Electromagnetic waves are transverse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Medium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They do not need a medium.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Speed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They travel at 3.00 × 10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m s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in vacuum.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Spectrum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From radio waves to gamma rays.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Polarising filters work because the oscillations have a direction. Sound cannot be polarised.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Phase and superposition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How waves combine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Points separated by nλ (in phase) or 0.5 λ (antiphase).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The resultant displacement is the sum of the individual displacements.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You cannot read λ from a time graph. Label the axis first.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Phase</a:t>
            </a:r>
          </a:p>
        </p:txBody>
      </p:sp>
      <p:pic>
        <p:nvPicPr>
          <p:cNvPr id="4" name="Picture 3" descr="phase-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Two points are in phase if they reach maxima and minima together.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Points separated by a whole number of wavelengths are in phase.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Points separated by an odd number of half-wavelengths are in antiphase.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Path difference is the extra distance one wave travels compared with another.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Principle of superposition</a:t>
            </a:r>
          </a:p>
        </p:txBody>
      </p:sp>
      <p:pic>
        <p:nvPicPr>
          <p:cNvPr id="4" name="Picture 3" descr="super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When two waves meet, the resultant displacement is the vector sum of the individual displacements.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1168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waves then continue as if they had not met.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7180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Constructive: displacements in the same direction add.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3192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Destructive: opposite displacements cancel.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89204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This is the basis of interference and of later stationary-wave work.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377440" cy="310896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3774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Phase from a photograph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86868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261872"/>
            <a:ext cx="10881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1E3A5F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36192"/>
            <a:ext cx="10881360" cy="4297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Two crests are 3.0 cm apart on a ripple-tank photograph. The wavelength is 1.5 cm. Are they in phase?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54864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76272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49424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09688"/>
                </a:solidFill>
                <a:latin typeface="Calibri"/>
              </a:rPr>
              <a:t>Equation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23744"/>
            <a:ext cx="512064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separation / 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76272"/>
            <a:ext cx="5577840" cy="105156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176272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2249424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5B21B6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2523744"/>
            <a:ext cx="521208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3.0 / 1.5 = 2.0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46704"/>
            <a:ext cx="5486400" cy="13258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46704"/>
            <a:ext cx="91440" cy="13258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41985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B45309"/>
                </a:solidFill>
                <a:latin typeface="Calibri"/>
              </a:rPr>
              <a:t>Working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694176"/>
            <a:ext cx="512064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2.0 is a whole number of wavelengths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346704"/>
            <a:ext cx="5577840" cy="13258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419856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Answer +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694176"/>
            <a:ext cx="521208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in phase 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00600"/>
            <a:ext cx="112471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A crest and the neighbouring trough 0.75 cm apart: 0.75 / 1.5 = 0.5, so they are in antiphase.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Path difference preview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nλ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Constructive interference — the waves arrive in phase.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(n + ½)λ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Destructive interference — the waves arrive in antiphase.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Later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You will use this in Young’s slits and diffraction-grating lessons.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Word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Use displacement, not ‘the waves add energy and vanish’.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Everyday applications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Longitudinal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Speaking and hearing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Ultrasound scans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Sonar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Earthquake P-waves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Transverse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Visible light and radio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Microwaves in ovens and Wi-Fi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Polarising sunglasses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Waves on musical strings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Media and wave 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47120" cy="65836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6898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Needs a medium?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254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Typical speed order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64208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Sound in 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213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Longitudinal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391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569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10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2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m s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22576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Ripples on water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213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Transverse (surface)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Yes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569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10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0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m s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80944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Light in vacuum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213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Transverse 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91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569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3.00 × 10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m s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639312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Waves on a string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4213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Transverse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Yes (the string)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569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depends on tension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Earthquakes — why the distinction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P-waves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Longitudinal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Travel through solids and liquids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Faster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Detected on the far side of the Earth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S-waves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Transverse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Do not travel through the liquid outer core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Slower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Do travel through the solid mantle — do not say they ‘cannot travel through the Earth’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743200" cy="310896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74320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Classify and justify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21792"/>
            <a:ext cx="2560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8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289304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89304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For each: ultrasound scan, microwave oven, stadium Mexican wave, earthquake P-wave, stadium sound system.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00528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846832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83408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846832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transverse / longitudinal / model only, and name the oscillating particle or field.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58056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404360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40936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404360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Identify one that can be polarised and one that cannot.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Classification checkpoints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Ultrasound: longitudinal pressure wave in tissue.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Microwave: transverse electromagnetic wave — can be polarised.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Mexican wave: a useful model of a transverse pulse, not a physics wave in a medium — treat carefully.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P-wave: longitudinal. Stadium sound: longitudinal. Sound cannot be polarised.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Sound is a transverse wave because we draw it as a sine curve.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sine curve is a graph of pressure or displacement; the oscillation is still parallel to travel.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18816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8816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Waves that cancel are destroyed forever.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718816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718816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Each wave continues; cancellation is local and temporary.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1792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1792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All waves need air.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431792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4431792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Electromagnetic waves do not.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4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Describe the difference between a transverse wave and a longitudinal wave. Give one example of each.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6176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the principle of superposition.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176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6176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56176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6176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56176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3984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 why sound waves from a loudspeaker cannot be polarised.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3984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53984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53984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53984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53984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Transverse: oscillation perpendicular to energy transfer, e.g. light or water waves. Longitudinal: oscillation parallel to energy transfer, e.g. sound in air.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When waves meet, the resultant displacement equals the sum of the individual displacements.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Polarisation requires a transverse oscillation with a direction that can be filtered. Sound is longitudinal, so there is no such direction to filter.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30–60 seconds each. No notes if you can avoid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Act: model a longitudinal compression, then a transverse oscillation.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0080" y="1463040"/>
            <a:ext cx="457200" cy="4572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Write one sentence on superposition using the word displacement.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60080" y="1463040"/>
            <a:ext cx="457200" cy="457200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Name one wave that can be polarised and one that cannot.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23  / 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930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 the Wave Properties worksheet.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4086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5915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Revise progressive-wave calculations so the two lessons connect.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5468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41071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Later Unit 1 lessons apply these ideas to diffraction, interference and refraction.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Wave properties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24  / 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Physics: Wave Properties</dc:title>
  <dc:subject>BTEC Unit 1 Physics</dc:subject>
  <dc:creator>JDScience</dc:creator>
  <cp:keywords>BTEC Unit 1 Physics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