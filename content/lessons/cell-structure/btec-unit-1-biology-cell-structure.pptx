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796B"/>
                </a:solidFill>
                <a:latin typeface="Calibri"/>
              </a:rPr>
              <a:t>BTEC Level 3  ·  Applied Science  ·  Unit 1  ·  Biology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804672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 a:ea="Calibri">
                <a:solidFill>
                  <a:srgbClr val="004D40"/>
                </a:solidFill>
                <a:latin typeface="Calibri"/>
              </a:rPr>
              <a:t>BTEC Unit 1 Biology: Cell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78638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475569"/>
                </a:solidFill>
                <a:latin typeface="Calibri"/>
              </a:rPr>
              <a:t>Organelles, membranes and how structure supports function in animal and plant cells.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7863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animal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926080" cy="2926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17904"/>
            <a:ext cx="384048" cy="384048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3619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Identify the main organelles of animal and plant cells and state their functions.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295144"/>
            <a:ext cx="384048" cy="384048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33172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1343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Explain how the cell-surface membrane controls exchange.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2608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072384"/>
            <a:ext cx="384048" cy="384048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10896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067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Compare animal and plant cells using labelled diagrams.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0332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849624"/>
            <a:ext cx="384048" cy="384048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88620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86791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Link organelle structure to function using precise biological vocabulary.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4626864"/>
            <a:ext cx="384048" cy="384048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6344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64515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Interpret simple electron-micrograph descriptions without inventing unseen structures.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Name three structures you would expect in a typical animal cell.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Which organelle is associated with aerobic respiration?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What extra structures does a plant cell have compared with an animal cell?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Why do cells need a membrane?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Nucleus, cytoplasm and cell-surface membrane (plus mitochondria, ribosomes).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The mitochondrion.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Cell wall, chloroplasts and a permanent vacuole.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To separate the cell contents from the surroundings and control what enters and leaves.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The eukaryotic animal cell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Compartments with jobs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Animal cell schematic</a:t>
            </a:r>
          </a:p>
        </p:txBody>
      </p:sp>
      <p:pic>
        <p:nvPicPr>
          <p:cNvPr id="4" name="Picture 3" descr="animal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603504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1430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The nucleus stores DNA as chromosomes and controls protein synthesis.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The nucleolus makes ribosomal RNA.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Mitochondria transfer energy by aerobic respiration.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Ribosomes synthesise proteins.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The cell-surface membrane is a phospholipid bilayer with proteins.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715000"/>
            <a:ext cx="6035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Original schematic — organelles are not to scale.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Nucleus in more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Surrounded by a nuclear envelope with pores.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Pores allow mRNA and ribosomes to leave, and some proteins to enter.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Chromatin is DNA plus proteins; it condenses to chromosomes for division.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Most cells have one nucleus; red blood cells in mammals have none when mature.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Multinucleate cells exist (for example skeletal muscle).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Mitochondria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Bound by a double membrane.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inner membrane folds into cristae, increasing surface area for respiration proteins.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matrix contains enzymes, circular DNA and 70S ribosomes.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Cells with high energy demand (sperm midpiece, muscle) have many mitochondria.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Do not say mitochondria 'make energy' — they transfer it to ATP.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Ribosomes, ER and Golgi body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Ribosomes are the site of translation.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Rough endoplasmic reticulum (RER) is studded with ribosomes and processes proteins.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Smooth ER is involved in lipid synthesis and detoxification in some cells.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Golgi body modifies proteins and packages them into vesicles.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Vesicles transport materials to the membrane for secretion.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The cell-surface membrane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 phospholipid bilayer with hydrophilic heads facing water and hydrophobic tails inside.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Proteins form channels, carriers, receptors and enzymes.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It is selectively permeable.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Cholesterol (in animal cells) regulates fluidity.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Glycoproteins and glycolipids are important in cell recognition.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Key phrase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Unit 1 often asks why membranes are described as fluid mosaics.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Phospholipids move; proteins are scattered like a mosaic.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Plant cell extras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Wall, vacuole, chloroplast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Plant cell schematic</a:t>
            </a:r>
          </a:p>
        </p:txBody>
      </p:sp>
      <p:pic>
        <p:nvPicPr>
          <p:cNvPr id="4" name="Picture 3" descr="plant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603504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1430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The cellulose cell wall provides support and prevents osmotic bursting.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The permanent vacuole stores cell sap and helps keep the cell turgid.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Chloroplasts are the site of photosynthesis.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Plant cells also have a nucleus, mitochondria and ribosomes.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715000"/>
            <a:ext cx="6035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Original schematic showing wall, vacuole and chloroplast.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Chloroplasts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Double membrane around a stroma.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Thylakoids stacked as grana hold chlorophyll and the light-dependent reactions.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stroma contains enzymes for the light-independent reactions, plus DNA and ribosomes.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Not every plant cell has chloroplasts — root cells typically do not.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Do not confuse chloroplasts with chlorophyll; chlorophyll is the pigment inside.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Animal versus plant cells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Only animal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No cellulose cell wall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No chloroplasts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No large permanent vacuole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Often have centrioles associated with division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May have cholesterol in the membrane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Only plant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Cellulose cell wall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Chloroplasts in photosynthetic cells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Large permanent vacuole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Pits and plasmodesmata connect cytoplasm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Starch as a storage carbohydrate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Organelle function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Organelle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1480" y="120700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Main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40040" y="120700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Typical evidence of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7393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Nucleus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1480" y="177393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Holds DNA; controls the cell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0040" y="177393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Chromatin / nuclear pores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4086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Mitochondrion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34086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Aerobic respiration / ATP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40040" y="234086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Many cristae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Ribosome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1480" y="290779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Protein synthesis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0040" y="290779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Attached to RER or free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474720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Chloroplast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21480" y="3474720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Photosynthesis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40040" y="3474720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Grana present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4164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Cell wall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1480" y="404164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Support; shape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40040" y="404164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Rigid cellulose layer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834640" cy="32918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8346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Structure–function 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0" y="713232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Write six cards: organelle on one side, function plus one adaptation on the other.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Include nucleus, mitochondrion, ribosome, membrane, chloroplast and vacuole.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Test a partner. Reject vague phrases such as 'helps the cell live'.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cell wall controls what enters a plant cell.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membrane controls exchange; the wall is fully permeable to water and most solutes.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7744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All plant cells photosynthesise.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37744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37744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Only cells with chloroplasts 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nucleus is the 'brain' that thinks.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70332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70332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It stores genetic information and controls protein production.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Key terminology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Meaning you should be able to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Organelle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Specialised structure inside a cell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Eukaryotic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Cell with a nucleus and membrane-bound organelles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Phospholipid bilayer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Double layer of phospholipids forming membranes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Cristae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Folds of the inner mitochondrial membrane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931920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Turgid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Plant cell swollen against its wall because of water intake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Teacher explanation — compartmentalisation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Membrane-bound organelles keep reactions in the right place.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Lysosomes isolate digestive enzymes so they do not destroy the rest of the cell.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Mitochondria package the respiration machinery.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This is a major difference from prokaryotes, which lack these compartments.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When you name an organelle, add one internal detail — envelope, cristae, grana.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Lysosomes, cytoskeleton and centrioles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Lysosomes contain hydrolytic enzymes for breaking down waste and pathogens.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cytoskeleton (microtubules and filaments) supports shape and moves organelles.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Centrioles organise the spindle in many animal cells during division.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These details help you write a 'typical animal cell' description that is not just nucleus + membrane.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Only include centrioles if you are sure the question is about animal cells.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High-demand cells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Sperm cell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Nucleus with haploid DNA in the head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Acrosome enzymes to reach the egg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Many mitochondria in the midpiece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Flagellum for swimming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Palisade mesophyll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Many chloroplasts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Elongated cells packed at the top of the leaf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Large vacuole to maintain turgidity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Thin cell walls for gas diffusion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Organelle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Which organelle modifies and packages proteins for secretion?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Why would a phagocyte contain many lysosomes?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Name one organelle that contains its own DNA besides the nucleus.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Organelle-check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Golgi body / Golgi apparatus.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To digest engulfed pathogens / debris.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Mitochondrion or chloroplast.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Reading an electron micrograph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If the text mentions cristae, you are looking at a mitochondrion.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Grana or thylakoids indicate a chloroplast.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double membrane around chromatin indicates a nucleus.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Do not label structures that are not described — invented labels lose marks.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Remember that colour is usually added later to EM images.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How to answer a 4-mark structure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Use the proper name: cell-surface membrane, not 'skin of the cell'.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Pair structure with function in the same sentence.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For plant/animal comparisons, write paired sentences, not a jumble.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Mark-winning habit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particles.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forces.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Link force to the property.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Avoid 'it' without a noun.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25  / 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Describe the function of the nucleus and of mitochondria in an animal cell. (4)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Explain two ways a palisade mesophyll cell is adapted for photosynthesis. (4)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 student says the cell wall and the cell membrane are the same structure. Correct this statement.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26  / 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Nucleus: contains DNA / chromosomes and controls protein synthesis. Mitochondria: site of aerobic respiration / produce ATP.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Many chloroplasts to absorb light. Located near the top of the leaf / elongated shape packs many cells in a small area. Vacuole helps maintain turgidity so the leaf is held out. (Any two explained.)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The wall is made of cellulose and is freely permeable / supports the cell. The membrane is a phospholipid bilayer and is selectively permeable / controls entry and exit.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27  / 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Point to an organelle on the board diagram and state function plus one structural detail.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Give one structure found in both cells and one found only in plant cells.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State why red blood cells are an exception to the 'typical animal cell' story.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28  / 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Complete the cell-structure worksheet.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Learn the organelle table until you can write it from memory.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Next lesson: prokaryotic cells compared with these eukaryotic cells.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29  / 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Biology: Cell Structure</dc:title>
  <dc:subject>BTEC Unit 1 Biology</dc:subject>
  <dc:creator>JDScience</dc:creator>
  <cp:keywords>BTEC Unit 1 Biology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