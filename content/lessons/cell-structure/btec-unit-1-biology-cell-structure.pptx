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Biology: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Ultrastructure, membranes, organelle function and structure–function relationships in animal and plant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animal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Identify the main organelles of animal and plant cells and state their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Describe nucleus, mitochondrion, RER–Golgi trafficking and the fluid-mosaic membrane.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Compare animal and plant cells using labelled diagrams with leader lines.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Link organelle ultrastructure to function using precise vocabulary.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Interpret electron-micrograph descriptions without inventing unseen structures.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Nucleus holds DNA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Envelope, pores, chromatin, nucleolus, mRNA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Mitochondria make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Cristae, matrix, ATP transfer — never ‘make energy’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Plant cells have a 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Wall is freely permeable; the membrane controls exchange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Cells have parts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Structure–function sentences and specialised-cell adaptations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Name three structures you would expect in a typical animal cell.  [2]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Which organelle is associated with aerobic respiration?  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What extra structures does a plant cell have compared with an animal cell? 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Why do cells need a membrane?  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Nucleus, cytoplasm and cell-surface membrane (plus mitochondria, ribosomes).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The mitochondrion.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Cell wall, chloroplasts and a permanent vacuole.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To separate the contents from the surroundings and control what enters and leaves.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The eukaryotic animal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Compartments with jobs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Leader lines to the nucleus, mitochondrion, RER, membrane and cytoplasm.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Each organelle has a structure that matches its function.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Name ultrastructure: envelope, cristae, ribosomes — not just ‘it makes energy’.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Animal cell — labelled schematic</a:t>
            </a:r>
          </a:p>
        </p:txBody>
      </p:sp>
      <p:pic>
        <p:nvPicPr>
          <p:cNvPr id="4" name="Picture 3" descr="animal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nucleus stores DNA as chromatin and controls protein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Mitochondria transfer energy to ATP by aerobic respiration.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Ribosomes on RER synthesise proteins for trafficking.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cell-surface membrane is a phospholipid bilayer with proteins.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Lysosomes isolate hydrolytic enzymes.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Original schematic. Organelles are not to scale. Leader lines touch the structures.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Nucleus in more detail</a:t>
            </a:r>
          </a:p>
        </p:txBody>
      </p:sp>
      <p:pic>
        <p:nvPicPr>
          <p:cNvPr id="4" name="Picture 3" descr="nucleu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Double nuclear envelope with pores.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Pores allow mRNA and ribosomal subunits to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Chromatin is DNA plus protein; it condenses to chromosomes for division.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nucleolus makes rRNA.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Mature mammalian red blood cells have no nucleus.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Mitochondrion</a:t>
            </a:r>
          </a:p>
        </p:txBody>
      </p:sp>
      <p:pic>
        <p:nvPicPr>
          <p:cNvPr id="4" name="Picture 3" descr="mitochond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Bound by a double membrane.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Inner membrane folds into cristae — more surface area for respiratory proteins.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matrix contains enzymes, circular DNA and 70S ribosomes.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High-demand cells (muscle, sperm midpiece) have many mitochondria.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Do not write that mitochondria ‘make energy’.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Protein trafficking</a:t>
            </a:r>
          </a:p>
        </p:txBody>
      </p:sp>
      <p:pic>
        <p:nvPicPr>
          <p:cNvPr id="4" name="Picture 3" descr="protein-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Ribosomes are the site of 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RER is studded with ribosomes and processes proteins.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Golgi body modifies proteins and packages them into vesicles.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Vesicles fuse with the membrane for secretion.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Secretory cells have extensive RER and Golgi.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The cell-surface membrane</a:t>
            </a:r>
          </a:p>
        </p:txBody>
      </p:sp>
      <p:pic>
        <p:nvPicPr>
          <p:cNvPr id="4" name="Picture 3" descr="bi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Phospholipid bilayer: hydrophilic heads face water; hydrophobic tails face inwards.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Proteins form channels, carriers, receptors and enzymes.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It is selectively permeable.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Cholesterol (animal cells) regulates fluidity.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Glycoproteins and glycolipids are used in cell recognition — the fluid mosaic.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Plant cell extras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Wall, vacuole, chloroplast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A cellulose wall, a large permanent vacuole and chloroplasts with grana.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The wall is freely permeable; the membrane controls exchange.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Link each extra structure to support, turgidity or photosynthesis.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Plant cell — labelled schematic</a:t>
            </a:r>
          </a:p>
        </p:txBody>
      </p:sp>
      <p:pic>
        <p:nvPicPr>
          <p:cNvPr id="4" name="Picture 3" descr="plant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cellulose cell wall provides support and prevents osmotic bursting.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wall is freely permeable to water and most solutes.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permanent vacuole stores cell sap and helps keep the cell turgid.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Chloroplasts are the site of photosynthesis — grana hold chlorophyll.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Plant cells also have a nucleus, mitochondria and ribosomes.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Chloroplasts — ultrastructure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Envelope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Double membrane around the stroma.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Grana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Stacks of thylakoids hold chlorophyll and the light-dependent reactions.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Stroma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Enzymes for the light-independent reactions, plus DNA and ribosomes.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Not every plant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Root cells typically lack chloroplasts. Chlorophyll is the pigment, not the organelle.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Animal versus plant cells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Only animal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No cellulose cell wall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No chloroplasts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No large permanent vacuole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Often have centrioles associated with division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May have cholesterol in the membrane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Only plant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Cellulose cell wall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Chloroplasts in photosynthetic cells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Large permanent vacuole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Pits and plasmodesmata connect cytoplasm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Starch as a storage carbohydrate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Organelle function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Organelle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Main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Ultrastructure to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Nucleus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Holds DNA; controls the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Envelope / pores / nucleolus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Mitochondrion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Aerobic respiration / ATP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Cristae / matrix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Ribosome / 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Protein synthesis and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Bound ribosomes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Golgi body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Modify and package proteins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Vesicles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389120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Chloroplast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389120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Photosynthesis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2" y="4389120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Grana / stroma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56048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04748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Cell wall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504748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Support; shape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504748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Cellulose; freely permeable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High-demand specialised cells</a:t>
            </a:r>
          </a:p>
        </p:txBody>
      </p:sp>
      <p:pic>
        <p:nvPicPr>
          <p:cNvPr id="4" name="Picture 3" descr="specialised-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Sperm: haploid nucleus, acrosome enzymes, mitochondria in the midpiece, flagellum.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Palisade: many chloroplasts, elongated and packed near the top of the leaf.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Large vacuole maintains turgidity so the leaf is held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Thin cell walls aid gas diffusion.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Always pair a named adaptation with its function.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Reading an electron-micrograph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Cristae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You are looking at a mitochondrion.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Grana / thylakoids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You are looking at a chloroplast.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Double membrane around chromatin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You are looking at a nucleus.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Do not invent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Colour is usually added later to EM images.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743200" cy="31089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Structure–function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179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9304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9304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six cards: organelle on one side; function plus one ultrastructure detail on the 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00528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46832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3408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46832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Include nucleus, mitochondrion, ribosome/RER, membrane, chloroplast and vacuole.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8056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404360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0936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04360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Test a partner. Reject vague phrases such as ‘helps the cell live’.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cell wall controls what enters a plant cell.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membrane controls exchange; the wall is freely permeable.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8816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8816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All plant cells photosynthesise.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18816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18816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Only cells with chloroplasts 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1792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1792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nucleus is the ‘brain’ that thinks.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31792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1792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It stores genetic information and controls protein production.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4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Describe the function of the nucleus and of mitochondria in an animal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4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two ways a palisade mesophyll cell is adapted for photosynthesis.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6176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6176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6176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6176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3984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 student says the cell wall and the cell membrane are the same structure. Correct this statement.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3984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3984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53984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3984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3984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Nucleus: contains DNA / chromosomes and controls protein synthesis. Mitochondria: site of aerobic respiration / produce ATP.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Many chloroplasts to absorb light. Positioned near the top of the leaf / elongated shape. Vacuole maintains turgidity. (Any two explained.)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Wall: cellulose, freely permeable, support. Membrane: phospholipid bilayer, selectively permeable, controls exchange.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Point to an organelle and state function plus one ultrastructure detail.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Give one structure found in both cells and one found only in plant cells.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State why red blood cells are an exception to the typical animal cell.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Cell Structure worksheet, including the labelling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Learn the organelle table until you can write it from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Next lesson: prokaryotic cells compared with these eukaryotic cells.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Cell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Biology: Cell Structure</dc:title>
  <dc:subject>BTEC Unit 1 Biology</dc:subject>
  <dc:creator>JDScience</dc:creator>
  <cp:keywords>BTEC Unit 1 Biology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