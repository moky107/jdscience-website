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Biology: Microscopy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Light and electron microscopes, magnification, resolution, unit conversions and instrument choice.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light-micro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how a light microscope forms an image and name its main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Distinguish magnification from resolution.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Calculate magnification, actual size and image size using the standard triangle.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light microscopes, TEM and SEM.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Choose an appropriate instrument for a stated observation.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Turn the magnification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Resolution, not empty magnification, limits useful detail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µm and mm mixed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Convert first: 1 mm = 1000 µm = 1 000 000 nm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EM is always better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Vacuum — living specimens cannot be viewed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Colour EM photos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False colour is added after capture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knob do you use first when focusing — coarse or fine?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is a stain often used on a slide?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cell is 25 µm long and the image is 25 mm long. What is M?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can see viruses more clearly — a school light microscope or an EM?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Coarse focus first with the lowest-power objective, then fine focus.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To increase contrast so structures are visible.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25 mm = 25 000 µm. M = 25 000 / 25 = ×1000.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An electron microscope — viruses are usually below the resolution of a light microscope.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The light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Rays, lenses and contrast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Lamp, stage, objective, eyepiece — total magnification = eyepiece × objective.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Magnification enlarges; resolution is the smallest separable distance.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Convert units first. Empty magnification does not add new detail.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Light microscope schematic</a:t>
            </a:r>
          </a:p>
        </p:txBody>
      </p:sp>
      <p:pic>
        <p:nvPicPr>
          <p:cNvPr id="4" name="Picture 3" descr="light-micro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lamp provides light that passes through the specimen.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objective produces a magnified real image.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eyepiece magnifies that image again.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Total magnification = eyepiece × objective.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Start on low power; never use the coarse wheel on high power.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Magnification versus resolution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Magnification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How many times larger the image is than the real object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 = image size / actual size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Can be increased with stronger lenses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Empty magnification adds no new detail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Smallest distance at which two points still look separate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Limited by the wavelength of the radiation used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Light microscopes: about 0.2 µm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TEM: about 0.1 nm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The calculation triangle</a:t>
            </a:r>
          </a:p>
        </p:txBody>
      </p:sp>
      <p:pic>
        <p:nvPicPr>
          <p:cNvPr id="4" name="Picture 3" descr="mag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Write every quantity in the same unit before dividing.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1 mm = 1000 µm. 1 µm = 1000 nm.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Actual size = image size / magnification.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Show the conversion line — that is where marks are won.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Actual size of a mitochondrion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mitochondrion image is 40 mm long. Magnification is ×20 000. Find the actual size in µm.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= I /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 = 40 mm = 40 000 µm     M = 20 000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= 40 000 / 20 000 =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2 µm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Check: mitochondria are typically 1–10 µm, so 2 µm is sensible.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Calculating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bacterium is 2.0 µm long. The drawing is 80 mm long. Calculate 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M = I /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 = 80 mm = 80 000 µm     A = 2.0 µm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M = 80 000 / 2.0 = 40 000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×40 000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Write the ×. Include a scale bar on practical drawings.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Scaffold — your turn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21031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2103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9688"/>
                </a:solidFill>
                <a:latin typeface="Calibri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Image width = 15 mm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 = ×400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210312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2103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1E3A5F"/>
                </a:solidFill>
                <a:latin typeface="Calibri"/>
              </a:rPr>
              <a:t>Find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Actual size in µm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Equation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Answer + unit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Convert 15 mm to µm first.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Magnification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Image = 15 mm, M = ×400. Find actual size in µm.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Actual = 8 µm, image = 4.0 cm. Find 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scale bar labelled 5 µm measures 25 mm on the page. What is M?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Calculation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15 mm = 15 000 µm. Actual = 15 000 / 400 = 37.5 µm.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4.0 cm = 40 000 µm. M = 40 000 / 8 = ×5000.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25 mm = 25 000 µm. M = 25 000 / 5 = ×5000.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Electron microscopy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Shorter wavelength, higher resolution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TEM for internal detail; SEM for surface; both need a vacuum.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Electrons have a shorter wavelength than light, so resolution is higher.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Living specimens cannot be viewed. Colour on EM images is usually added later.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TEM and SEM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pass through a thin specimen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High internal detail (cristae, thylakoids)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Requires a vacuum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Living specimens cannot be used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SEM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scan the surface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Good 3D surface appearance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Also requires a vacuum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Colour in published images is usually added 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Useful sizes</a:t>
            </a:r>
          </a:p>
        </p:txBody>
      </p:sp>
      <p:pic>
        <p:nvPicPr>
          <p:cNvPr id="4" name="Picture 3" descr="em-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plant cell is tens of µm.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bacterium is a few µm.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virus is tens of nm.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two granules are closer than the resolution, extra magnification only enlarges the blur.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Choosing an instrument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Need to see…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Prefer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Living pond microbes swimming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No vacuum; colour; movement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Cristae inside a mitochondrion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High internal resolution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Surface of a pollen grain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Surface topography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 of an onion cell in class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Large enough; simple prep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Eyepiece graticule — the idea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What it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ruler you see superimposed on the specimen.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micrometre value of a division changes with the objective.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Calibrate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Use a stage micrometer of known length.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Then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Actual size = divisions × µm per division.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Higher magnification always means a clearer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Resolution decides useful detail.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 microscopes are used in school practicals on living cells.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need a vacuum; living cells are not used.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µm and nm can be mixed without converting.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Convert to one unit first.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Calculate the actual width of a cell if the image is 42 mm wide at ×700. Give the answer in µm.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Compare the resolution of a light microscope with that of a TEM and explain the difference.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two reasons a scientist might still choose a light microscope rather than an electron microscope.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42 mm = 42 000 µm. Actual = 42 000 / 700 = 60 µm.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Light about 0.2 µm; TEM much smaller (about 0.1 nm) because electrons have a shorter wavelength.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Living specimens / cheaper / colour / easier preparation. (Any two.)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the magnification formula.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Define resolution in one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Name one structure you would need an electron microscope to study clearly.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Microscopy worksheet, including the calculation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Practise unit conversions until they are automatic.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Optional: calibrate an eyepiece graticule if your centre has the slides.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Biology: Microscopy</dc:title>
  <dc:subject>BTEC Unit 1 Biology</dc:subject>
  <dc:creator>JDScience</dc:creator>
  <cp:keywords>BTEC Unit 1 Biology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